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J/OoCoXVxDGMOILzs7K+i7AYZ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a6391a93a_0_6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a6391a93a_0_6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a6391a93a_0_76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a6391a93a_0_76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22" Type="http://schemas.openxmlformats.org/officeDocument/2006/relationships/image" Target="../media/image6.png"/><Relationship Id="rId21" Type="http://schemas.openxmlformats.org/officeDocument/2006/relationships/image" Target="../media/image10.png"/><Relationship Id="rId24" Type="http://schemas.openxmlformats.org/officeDocument/2006/relationships/image" Target="../media/image18.png"/><Relationship Id="rId23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26" Type="http://schemas.openxmlformats.org/officeDocument/2006/relationships/image" Target="../media/image27.png"/><Relationship Id="rId25" Type="http://schemas.openxmlformats.org/officeDocument/2006/relationships/image" Target="../media/image24.png"/><Relationship Id="rId28" Type="http://schemas.openxmlformats.org/officeDocument/2006/relationships/image" Target="../media/image25.png"/><Relationship Id="rId27" Type="http://schemas.openxmlformats.org/officeDocument/2006/relationships/image" Target="../media/image2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3.png"/><Relationship Id="rId11" Type="http://schemas.openxmlformats.org/officeDocument/2006/relationships/image" Target="../media/image5.png"/><Relationship Id="rId10" Type="http://schemas.openxmlformats.org/officeDocument/2006/relationships/image" Target="../media/image1.png"/><Relationship Id="rId13" Type="http://schemas.openxmlformats.org/officeDocument/2006/relationships/image" Target="../media/image4.png"/><Relationship Id="rId12" Type="http://schemas.openxmlformats.org/officeDocument/2006/relationships/image" Target="../media/image15.png"/><Relationship Id="rId15" Type="http://schemas.openxmlformats.org/officeDocument/2006/relationships/image" Target="../media/image9.png"/><Relationship Id="rId14" Type="http://schemas.openxmlformats.org/officeDocument/2006/relationships/image" Target="../media/image12.png"/><Relationship Id="rId17" Type="http://schemas.openxmlformats.org/officeDocument/2006/relationships/image" Target="../media/image21.png"/><Relationship Id="rId16" Type="http://schemas.openxmlformats.org/officeDocument/2006/relationships/image" Target="../media/image17.png"/><Relationship Id="rId19" Type="http://schemas.openxmlformats.org/officeDocument/2006/relationships/image" Target="../media/image11.png"/><Relationship Id="rId18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54.png"/><Relationship Id="rId5" Type="http://schemas.openxmlformats.org/officeDocument/2006/relationships/image" Target="../media/image5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44.png"/><Relationship Id="rId22" Type="http://schemas.openxmlformats.org/officeDocument/2006/relationships/image" Target="../media/image55.png"/><Relationship Id="rId21" Type="http://schemas.openxmlformats.org/officeDocument/2006/relationships/image" Target="../media/image19.png"/><Relationship Id="rId24" Type="http://schemas.openxmlformats.org/officeDocument/2006/relationships/image" Target="../media/image53.png"/><Relationship Id="rId23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29.png"/><Relationship Id="rId9" Type="http://schemas.openxmlformats.org/officeDocument/2006/relationships/image" Target="../media/image39.png"/><Relationship Id="rId26" Type="http://schemas.openxmlformats.org/officeDocument/2006/relationships/image" Target="../media/image24.png"/><Relationship Id="rId25" Type="http://schemas.openxmlformats.org/officeDocument/2006/relationships/image" Target="../media/image49.png"/><Relationship Id="rId28" Type="http://schemas.openxmlformats.org/officeDocument/2006/relationships/image" Target="../media/image50.png"/><Relationship Id="rId27" Type="http://schemas.openxmlformats.org/officeDocument/2006/relationships/image" Target="../media/image46.png"/><Relationship Id="rId5" Type="http://schemas.openxmlformats.org/officeDocument/2006/relationships/image" Target="../media/image13.png"/><Relationship Id="rId6" Type="http://schemas.openxmlformats.org/officeDocument/2006/relationships/image" Target="../media/image52.png"/><Relationship Id="rId29" Type="http://schemas.openxmlformats.org/officeDocument/2006/relationships/image" Target="../media/image57.png"/><Relationship Id="rId7" Type="http://schemas.openxmlformats.org/officeDocument/2006/relationships/image" Target="../media/image2.png"/><Relationship Id="rId8" Type="http://schemas.openxmlformats.org/officeDocument/2006/relationships/image" Target="../media/image32.png"/><Relationship Id="rId11" Type="http://schemas.openxmlformats.org/officeDocument/2006/relationships/image" Target="../media/image34.png"/><Relationship Id="rId10" Type="http://schemas.openxmlformats.org/officeDocument/2006/relationships/image" Target="../media/image37.png"/><Relationship Id="rId13" Type="http://schemas.openxmlformats.org/officeDocument/2006/relationships/image" Target="../media/image40.png"/><Relationship Id="rId12" Type="http://schemas.openxmlformats.org/officeDocument/2006/relationships/image" Target="../media/image36.png"/><Relationship Id="rId15" Type="http://schemas.openxmlformats.org/officeDocument/2006/relationships/image" Target="../media/image45.png"/><Relationship Id="rId14" Type="http://schemas.openxmlformats.org/officeDocument/2006/relationships/image" Target="../media/image47.png"/><Relationship Id="rId17" Type="http://schemas.openxmlformats.org/officeDocument/2006/relationships/image" Target="../media/image42.png"/><Relationship Id="rId16" Type="http://schemas.openxmlformats.org/officeDocument/2006/relationships/image" Target="../media/image38.png"/><Relationship Id="rId19" Type="http://schemas.openxmlformats.org/officeDocument/2006/relationships/image" Target="../media/image43.png"/><Relationship Id="rId18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/>
          <p:nvPr/>
        </p:nvSpPr>
        <p:spPr>
          <a:xfrm>
            <a:off x="1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8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89" y="11308556"/>
                </a:lnTo>
                <a:lnTo>
                  <a:pt x="20104089" y="0"/>
                </a:lnTo>
                <a:close/>
              </a:path>
            </a:pathLst>
          </a:custGeom>
          <a:solidFill>
            <a:srgbClr val="004D9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" name="Google Shape;44;p1"/>
          <p:cNvSpPr/>
          <p:nvPr/>
        </p:nvSpPr>
        <p:spPr>
          <a:xfrm>
            <a:off x="0" y="4995950"/>
            <a:ext cx="20046950" cy="10795"/>
          </a:xfrm>
          <a:custGeom>
            <a:rect b="b" l="l" r="r" t="t"/>
            <a:pathLst>
              <a:path extrusionOk="0" h="10795" w="20046950">
                <a:moveTo>
                  <a:pt x="20046803" y="0"/>
                </a:moveTo>
                <a:lnTo>
                  <a:pt x="0" y="0"/>
                </a:lnTo>
                <a:lnTo>
                  <a:pt x="0" y="10460"/>
                </a:lnTo>
                <a:lnTo>
                  <a:pt x="20046803" y="10460"/>
                </a:lnTo>
                <a:lnTo>
                  <a:pt x="200468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5" name="Google Shape;45;p1"/>
          <p:cNvSpPr/>
          <p:nvPr/>
        </p:nvSpPr>
        <p:spPr>
          <a:xfrm>
            <a:off x="0" y="8065658"/>
            <a:ext cx="20046950" cy="10795"/>
          </a:xfrm>
          <a:custGeom>
            <a:rect b="b" l="l" r="r" t="t"/>
            <a:pathLst>
              <a:path extrusionOk="0" h="10795" w="20046950">
                <a:moveTo>
                  <a:pt x="20046803" y="0"/>
                </a:moveTo>
                <a:lnTo>
                  <a:pt x="0" y="0"/>
                </a:lnTo>
                <a:lnTo>
                  <a:pt x="0" y="10449"/>
                </a:lnTo>
                <a:lnTo>
                  <a:pt x="20046803" y="10449"/>
                </a:lnTo>
                <a:lnTo>
                  <a:pt x="200468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" name="Google Shape;46;p1"/>
          <p:cNvSpPr/>
          <p:nvPr/>
        </p:nvSpPr>
        <p:spPr>
          <a:xfrm>
            <a:off x="2191091" y="1798578"/>
            <a:ext cx="2183765" cy="48260"/>
          </a:xfrm>
          <a:custGeom>
            <a:rect b="b" l="l" r="r" t="t"/>
            <a:pathLst>
              <a:path extrusionOk="0" h="48260" w="2183765">
                <a:moveTo>
                  <a:pt x="25213" y="0"/>
                </a:moveTo>
                <a:lnTo>
                  <a:pt x="0" y="48061"/>
                </a:lnTo>
                <a:lnTo>
                  <a:pt x="2183148" y="45663"/>
                </a:lnTo>
                <a:lnTo>
                  <a:pt x="2183148" y="1905"/>
                </a:lnTo>
                <a:lnTo>
                  <a:pt x="2521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7" name="Google Shape;47;p1"/>
          <p:cNvGrpSpPr/>
          <p:nvPr/>
        </p:nvGrpSpPr>
        <p:grpSpPr>
          <a:xfrm>
            <a:off x="1211135" y="605567"/>
            <a:ext cx="3237230" cy="2080609"/>
            <a:chOff x="1211135" y="605567"/>
            <a:chExt cx="3237230" cy="2080609"/>
          </a:xfrm>
        </p:grpSpPr>
        <p:sp>
          <p:nvSpPr>
            <p:cNvPr id="48" name="Google Shape;48;p1"/>
            <p:cNvSpPr/>
            <p:nvPr/>
          </p:nvSpPr>
          <p:spPr>
            <a:xfrm>
              <a:off x="1211135" y="605567"/>
              <a:ext cx="3237230" cy="1956435"/>
            </a:xfrm>
            <a:custGeom>
              <a:rect b="b" l="l" r="r" t="t"/>
              <a:pathLst>
                <a:path extrusionOk="0" h="1956435" w="3237229">
                  <a:moveTo>
                    <a:pt x="1703832" y="559689"/>
                  </a:moveTo>
                  <a:lnTo>
                    <a:pt x="1659839" y="546658"/>
                  </a:lnTo>
                  <a:lnTo>
                    <a:pt x="1615986" y="537451"/>
                  </a:lnTo>
                  <a:lnTo>
                    <a:pt x="1572387" y="532218"/>
                  </a:lnTo>
                  <a:lnTo>
                    <a:pt x="1529181" y="531063"/>
                  </a:lnTo>
                  <a:lnTo>
                    <a:pt x="1486484" y="534123"/>
                  </a:lnTo>
                  <a:lnTo>
                    <a:pt x="1444396" y="541540"/>
                  </a:lnTo>
                  <a:lnTo>
                    <a:pt x="1403070" y="553440"/>
                  </a:lnTo>
                  <a:lnTo>
                    <a:pt x="1362608" y="569950"/>
                  </a:lnTo>
                  <a:lnTo>
                    <a:pt x="1323136" y="591197"/>
                  </a:lnTo>
                  <a:lnTo>
                    <a:pt x="1284782" y="617334"/>
                  </a:lnTo>
                  <a:lnTo>
                    <a:pt x="1247660" y="648474"/>
                  </a:lnTo>
                  <a:lnTo>
                    <a:pt x="1211897" y="684745"/>
                  </a:lnTo>
                  <a:lnTo>
                    <a:pt x="1177607" y="726287"/>
                  </a:lnTo>
                  <a:lnTo>
                    <a:pt x="1150493" y="766318"/>
                  </a:lnTo>
                  <a:lnTo>
                    <a:pt x="1126109" y="810945"/>
                  </a:lnTo>
                  <a:lnTo>
                    <a:pt x="1105458" y="858418"/>
                  </a:lnTo>
                  <a:lnTo>
                    <a:pt x="1089533" y="906983"/>
                  </a:lnTo>
                  <a:lnTo>
                    <a:pt x="1079322" y="954874"/>
                  </a:lnTo>
                  <a:lnTo>
                    <a:pt x="1075817" y="1000340"/>
                  </a:lnTo>
                  <a:lnTo>
                    <a:pt x="1080046" y="1035519"/>
                  </a:lnTo>
                  <a:lnTo>
                    <a:pt x="1092428" y="1072857"/>
                  </a:lnTo>
                  <a:lnTo>
                    <a:pt x="1113091" y="1107846"/>
                  </a:lnTo>
                  <a:lnTo>
                    <a:pt x="1142085" y="1135964"/>
                  </a:lnTo>
                  <a:lnTo>
                    <a:pt x="1190409" y="1158811"/>
                  </a:lnTo>
                  <a:lnTo>
                    <a:pt x="1246873" y="1169492"/>
                  </a:lnTo>
                  <a:lnTo>
                    <a:pt x="1306664" y="1170533"/>
                  </a:lnTo>
                  <a:lnTo>
                    <a:pt x="1364970" y="1164526"/>
                  </a:lnTo>
                  <a:lnTo>
                    <a:pt x="1416977" y="1154023"/>
                  </a:lnTo>
                  <a:lnTo>
                    <a:pt x="1457871" y="1141564"/>
                  </a:lnTo>
                  <a:lnTo>
                    <a:pt x="1565465" y="920470"/>
                  </a:lnTo>
                  <a:lnTo>
                    <a:pt x="1506397" y="945134"/>
                  </a:lnTo>
                  <a:lnTo>
                    <a:pt x="1482013" y="954239"/>
                  </a:lnTo>
                  <a:lnTo>
                    <a:pt x="1459001" y="960666"/>
                  </a:lnTo>
                  <a:lnTo>
                    <a:pt x="1410589" y="967409"/>
                  </a:lnTo>
                  <a:lnTo>
                    <a:pt x="1371752" y="965606"/>
                  </a:lnTo>
                  <a:lnTo>
                    <a:pt x="1342237" y="956640"/>
                  </a:lnTo>
                  <a:lnTo>
                    <a:pt x="1321803" y="941933"/>
                  </a:lnTo>
                  <a:lnTo>
                    <a:pt x="1303845" y="908392"/>
                  </a:lnTo>
                  <a:lnTo>
                    <a:pt x="1302283" y="867232"/>
                  </a:lnTo>
                  <a:lnTo>
                    <a:pt x="1318171" y="824433"/>
                  </a:lnTo>
                  <a:lnTo>
                    <a:pt x="1352613" y="785926"/>
                  </a:lnTo>
                  <a:lnTo>
                    <a:pt x="1397901" y="756932"/>
                  </a:lnTo>
                  <a:lnTo>
                    <a:pt x="1445768" y="737920"/>
                  </a:lnTo>
                  <a:lnTo>
                    <a:pt x="1493901" y="729742"/>
                  </a:lnTo>
                  <a:lnTo>
                    <a:pt x="1540002" y="733221"/>
                  </a:lnTo>
                  <a:lnTo>
                    <a:pt x="1581785" y="749223"/>
                  </a:lnTo>
                  <a:lnTo>
                    <a:pt x="1616951" y="778586"/>
                  </a:lnTo>
                  <a:lnTo>
                    <a:pt x="1703832" y="559689"/>
                  </a:lnTo>
                  <a:close/>
                </a:path>
                <a:path extrusionOk="0" h="1956435" w="3237229">
                  <a:moveTo>
                    <a:pt x="2439809" y="543953"/>
                  </a:moveTo>
                  <a:lnTo>
                    <a:pt x="1844890" y="543839"/>
                  </a:lnTo>
                  <a:lnTo>
                    <a:pt x="1604518" y="1164209"/>
                  </a:lnTo>
                  <a:lnTo>
                    <a:pt x="1811388" y="1164323"/>
                  </a:lnTo>
                  <a:lnTo>
                    <a:pt x="1983841" y="711238"/>
                  </a:lnTo>
                  <a:lnTo>
                    <a:pt x="2171636" y="711238"/>
                  </a:lnTo>
                  <a:lnTo>
                    <a:pt x="1995157" y="1164844"/>
                  </a:lnTo>
                  <a:lnTo>
                    <a:pt x="2199970" y="1164272"/>
                  </a:lnTo>
                  <a:lnTo>
                    <a:pt x="2439809" y="543953"/>
                  </a:lnTo>
                  <a:close/>
                </a:path>
                <a:path extrusionOk="0" h="1956435" w="3237229">
                  <a:moveTo>
                    <a:pt x="3078061" y="1330058"/>
                  </a:moveTo>
                  <a:lnTo>
                    <a:pt x="933704" y="1329994"/>
                  </a:lnTo>
                  <a:lnTo>
                    <a:pt x="1074991" y="1060437"/>
                  </a:lnTo>
                  <a:lnTo>
                    <a:pt x="775398" y="1059726"/>
                  </a:lnTo>
                  <a:lnTo>
                    <a:pt x="1234554" y="0"/>
                  </a:lnTo>
                  <a:lnTo>
                    <a:pt x="400723" y="1060437"/>
                  </a:lnTo>
                  <a:lnTo>
                    <a:pt x="0" y="1369136"/>
                  </a:lnTo>
                  <a:lnTo>
                    <a:pt x="290423" y="1369174"/>
                  </a:lnTo>
                  <a:lnTo>
                    <a:pt x="445338" y="1956168"/>
                  </a:lnTo>
                  <a:lnTo>
                    <a:pt x="684276" y="1369136"/>
                  </a:lnTo>
                  <a:lnTo>
                    <a:pt x="913180" y="1369136"/>
                  </a:lnTo>
                  <a:lnTo>
                    <a:pt x="3078061" y="1369809"/>
                  </a:lnTo>
                  <a:lnTo>
                    <a:pt x="3078061" y="1330058"/>
                  </a:lnTo>
                  <a:close/>
                </a:path>
                <a:path extrusionOk="0" h="1956435" w="3237229">
                  <a:moveTo>
                    <a:pt x="3236747" y="543839"/>
                  </a:moveTo>
                  <a:lnTo>
                    <a:pt x="2983865" y="544106"/>
                  </a:lnTo>
                  <a:lnTo>
                    <a:pt x="2690152" y="793318"/>
                  </a:lnTo>
                  <a:lnTo>
                    <a:pt x="2784818" y="544207"/>
                  </a:lnTo>
                  <a:lnTo>
                    <a:pt x="2586037" y="544131"/>
                  </a:lnTo>
                  <a:lnTo>
                    <a:pt x="2340165" y="1164056"/>
                  </a:lnTo>
                  <a:lnTo>
                    <a:pt x="2546362" y="1164247"/>
                  </a:lnTo>
                  <a:lnTo>
                    <a:pt x="2646692" y="910056"/>
                  </a:lnTo>
                  <a:lnTo>
                    <a:pt x="2752306" y="1165148"/>
                  </a:lnTo>
                  <a:lnTo>
                    <a:pt x="3004667" y="1165148"/>
                  </a:lnTo>
                  <a:lnTo>
                    <a:pt x="2891967" y="846620"/>
                  </a:lnTo>
                  <a:lnTo>
                    <a:pt x="3236747" y="5438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7050" y="2105038"/>
              <a:ext cx="104300" cy="1244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64317" y="2139839"/>
              <a:ext cx="89201" cy="122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78655" y="2138375"/>
              <a:ext cx="84594" cy="122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693823" y="2139839"/>
              <a:ext cx="162257" cy="122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75786" y="2139839"/>
              <a:ext cx="78447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974131" y="2138379"/>
              <a:ext cx="81819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84611" y="2139542"/>
              <a:ext cx="72678" cy="87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182014" y="2139839"/>
              <a:ext cx="79840" cy="87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298196" y="2104732"/>
              <a:ext cx="79830" cy="12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340162" y="2357917"/>
              <a:ext cx="77023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50251" y="2356152"/>
              <a:ext cx="199511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685841" y="2357917"/>
              <a:ext cx="79798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792235" y="2357917"/>
              <a:ext cx="78489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890997" y="2356153"/>
              <a:ext cx="190239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3107240" y="2357917"/>
              <a:ext cx="78824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221921" y="2357917"/>
              <a:ext cx="79830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335963" y="2357917"/>
              <a:ext cx="76981" cy="87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442325" y="2356153"/>
              <a:ext cx="80950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548119" y="2356153"/>
              <a:ext cx="81819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658675" y="2357315"/>
              <a:ext cx="72678" cy="878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755973" y="2357917"/>
              <a:ext cx="79830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872216" y="2322476"/>
              <a:ext cx="79840" cy="12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2340162" y="2575355"/>
              <a:ext cx="72678" cy="878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432876" y="2574202"/>
              <a:ext cx="199613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2659094" y="2575960"/>
              <a:ext cx="92950" cy="88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779576" y="2574200"/>
              <a:ext cx="80960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2880207" y="2575360"/>
              <a:ext cx="238795" cy="1108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"/>
          <p:cNvSpPr txBox="1"/>
          <p:nvPr/>
        </p:nvSpPr>
        <p:spPr>
          <a:xfrm>
            <a:off x="1267069" y="5498345"/>
            <a:ext cx="8644200" cy="1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FFFFFF"/>
                </a:solidFill>
              </a:rPr>
              <a:t>Break Out</a:t>
            </a:r>
            <a:endParaRPr sz="9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998052" y="8373088"/>
            <a:ext cx="1666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FFFFFF"/>
                </a:solidFill>
              </a:rPr>
              <a:t>Классическая</a:t>
            </a:r>
            <a:r>
              <a:rPr lang="en-US" sz="2950">
                <a:solidFill>
                  <a:srgbClr val="FFFFFF"/>
                </a:solidFill>
              </a:rPr>
              <a:t> аркадная игра</a:t>
            </a:r>
            <a:endParaRPr sz="29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2312881" y="593486"/>
            <a:ext cx="7110730" cy="1282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1544320" lvl="0" marL="2050414" marR="5080" rtl="0" algn="r">
              <a:lnSpc>
                <a:spcPct val="100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АВТОНОМНОЕ УЧРЕЖДЕНИЕ ПРОФЕССИОНАЛЬНОГО ОБРАЗОВАНИЯ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-1395095" lvl="0" marL="1407160" marR="5080" rtl="0" algn="r">
              <a:lnSpc>
                <a:spcPct val="1004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0" lang="en-US" sz="2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ХАНТЫ-МАНСИЙСКОГО АВТОНОМНОГО ОКРУГА - ЮГРЫ “СУРГУТСКИЙ ПОЛИТЕХНИЧЕСКИЙ КОЛЛЕДЖ"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14621900" y="9289575"/>
            <a:ext cx="5482200" cy="1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Рузиев Мирали</a:t>
            </a:r>
            <a:endParaRPr sz="41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группа 504</a:t>
            </a:r>
            <a:endParaRPr sz="41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курс 1</a:t>
            </a:r>
            <a:endParaRPr sz="4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a6391a93a_0_60"/>
          <p:cNvSpPr txBox="1"/>
          <p:nvPr/>
        </p:nvSpPr>
        <p:spPr>
          <a:xfrm>
            <a:off x="443400" y="344875"/>
            <a:ext cx="4483200" cy="10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Цель и Задачи</a:t>
            </a:r>
            <a:endParaRPr b="1" sz="4000"/>
          </a:p>
        </p:txBody>
      </p:sp>
      <p:sp>
        <p:nvSpPr>
          <p:cNvPr id="85" name="Google Shape;85;g3ea6391a93a_0_60"/>
          <p:cNvSpPr txBox="1"/>
          <p:nvPr/>
        </p:nvSpPr>
        <p:spPr>
          <a:xfrm>
            <a:off x="525500" y="1691525"/>
            <a:ext cx="50418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/>
              <a:t>Цель проекта</a:t>
            </a:r>
            <a:endParaRPr i="1" sz="4000"/>
          </a:p>
        </p:txBody>
      </p:sp>
      <p:sp>
        <p:nvSpPr>
          <p:cNvPr id="86" name="Google Shape;86;g3ea6391a93a_0_60"/>
          <p:cNvSpPr txBox="1"/>
          <p:nvPr/>
        </p:nvSpPr>
        <p:spPr>
          <a:xfrm>
            <a:off x="500850" y="2611325"/>
            <a:ext cx="4368300" cy="3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E5C5C"/>
                </a:solidFill>
              </a:rPr>
              <a:t>Цель моего проекта заключается в изучение основ разработки игр путем создания простой, аркадной игры в браузере.</a:t>
            </a:r>
            <a:endParaRPr sz="2800">
              <a:solidFill>
                <a:srgbClr val="5E5C5C"/>
              </a:solidFill>
            </a:endParaRPr>
          </a:p>
        </p:txBody>
      </p:sp>
      <p:sp>
        <p:nvSpPr>
          <p:cNvPr id="87" name="Google Shape;87;g3ea6391a93a_0_60"/>
          <p:cNvSpPr txBox="1"/>
          <p:nvPr/>
        </p:nvSpPr>
        <p:spPr>
          <a:xfrm>
            <a:off x="13602325" y="1691525"/>
            <a:ext cx="50418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/>
              <a:t>Задачи проекта</a:t>
            </a:r>
            <a:endParaRPr i="1" sz="4000"/>
          </a:p>
        </p:txBody>
      </p:sp>
      <p:sp>
        <p:nvSpPr>
          <p:cNvPr id="88" name="Google Shape;88;g3ea6391a93a_0_60"/>
          <p:cNvSpPr txBox="1"/>
          <p:nvPr/>
        </p:nvSpPr>
        <p:spPr>
          <a:xfrm>
            <a:off x="13602325" y="2878700"/>
            <a:ext cx="4368300" cy="44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E5C5C"/>
              </a:buClr>
              <a:buSzPts val="2800"/>
              <a:buAutoNum type="arabicPeriod"/>
            </a:pPr>
            <a:r>
              <a:rPr lang="en-US" sz="2800">
                <a:solidFill>
                  <a:srgbClr val="5E5C5C"/>
                </a:solidFill>
              </a:rPr>
              <a:t>Освоить базовый язык программирования</a:t>
            </a:r>
            <a:endParaRPr sz="2800">
              <a:solidFill>
                <a:srgbClr val="5E5C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E5C5C"/>
              </a:buClr>
              <a:buSzPts val="2800"/>
              <a:buAutoNum type="arabicPeriod"/>
            </a:pPr>
            <a:r>
              <a:rPr lang="en-US" sz="2800">
                <a:solidFill>
                  <a:srgbClr val="5E5C5C"/>
                </a:solidFill>
              </a:rPr>
              <a:t>Протестировать похожие игры</a:t>
            </a:r>
            <a:endParaRPr sz="2800">
              <a:solidFill>
                <a:srgbClr val="5E5C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E5C5C"/>
              </a:buClr>
              <a:buSzPts val="2800"/>
              <a:buAutoNum type="arabicPeriod"/>
            </a:pPr>
            <a:r>
              <a:rPr lang="en-US" sz="2800">
                <a:solidFill>
                  <a:srgbClr val="5E5C5C"/>
                </a:solidFill>
              </a:rPr>
              <a:t>Подбор графики</a:t>
            </a:r>
            <a:endParaRPr sz="2800">
              <a:solidFill>
                <a:srgbClr val="5E5C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E5C5C"/>
              </a:buClr>
              <a:buSzPts val="2800"/>
              <a:buAutoNum type="arabicPeriod"/>
            </a:pPr>
            <a:r>
              <a:rPr lang="en-US" sz="2800">
                <a:solidFill>
                  <a:srgbClr val="5E5C5C"/>
                </a:solidFill>
              </a:rPr>
              <a:t>Написание кода</a:t>
            </a:r>
            <a:endParaRPr sz="2800">
              <a:solidFill>
                <a:srgbClr val="5E5C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E5C5C"/>
              </a:buClr>
              <a:buSzPts val="2800"/>
              <a:buAutoNum type="arabicPeriod"/>
            </a:pPr>
            <a:r>
              <a:rPr lang="en-US" sz="2800">
                <a:solidFill>
                  <a:srgbClr val="5E5C5C"/>
                </a:solidFill>
              </a:rPr>
              <a:t>Документирование</a:t>
            </a:r>
            <a:endParaRPr sz="2800">
              <a:solidFill>
                <a:srgbClr val="5E5C5C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E5C5C"/>
              </a:buClr>
              <a:buSzPts val="2800"/>
              <a:buAutoNum type="arabicPeriod"/>
            </a:pPr>
            <a:r>
              <a:rPr lang="en-US" sz="2800">
                <a:solidFill>
                  <a:srgbClr val="5E5C5C"/>
                </a:solidFill>
              </a:rPr>
              <a:t>Выложить проект на github</a:t>
            </a:r>
            <a:endParaRPr sz="2800">
              <a:solidFill>
                <a:srgbClr val="5E5C5C"/>
              </a:solidFill>
            </a:endParaRPr>
          </a:p>
        </p:txBody>
      </p:sp>
      <p:pic>
        <p:nvPicPr>
          <p:cNvPr id="89" name="Google Shape;89;g3ea6391a93a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100" y="3067300"/>
            <a:ext cx="6176525" cy="41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ea6391a93a_0_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7300" y="7185000"/>
            <a:ext cx="45148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ea6391a93a_0_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27100" y="7185000"/>
            <a:ext cx="4514850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0052050" y="313"/>
            <a:ext cx="10052050" cy="11308715"/>
          </a:xfrm>
          <a:custGeom>
            <a:rect b="b" l="l" r="r" t="t"/>
            <a:pathLst>
              <a:path extrusionOk="0" h="11308715" w="10052050">
                <a:moveTo>
                  <a:pt x="10052049" y="0"/>
                </a:moveTo>
                <a:lnTo>
                  <a:pt x="0" y="0"/>
                </a:lnTo>
                <a:lnTo>
                  <a:pt x="0" y="11308619"/>
                </a:lnTo>
                <a:lnTo>
                  <a:pt x="10052049" y="11308619"/>
                </a:lnTo>
                <a:lnTo>
                  <a:pt x="10052049" y="0"/>
                </a:lnTo>
                <a:close/>
              </a:path>
            </a:pathLst>
          </a:custGeom>
          <a:solidFill>
            <a:srgbClr val="E2E0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679" y="5489195"/>
            <a:ext cx="2099496" cy="30661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/>
          <p:nvPr/>
        </p:nvSpPr>
        <p:spPr>
          <a:xfrm>
            <a:off x="1225098" y="2037326"/>
            <a:ext cx="325755" cy="156844"/>
          </a:xfrm>
          <a:custGeom>
            <a:rect b="b" l="l" r="r" t="t"/>
            <a:pathLst>
              <a:path extrusionOk="0" h="156844" w="325755">
                <a:moveTo>
                  <a:pt x="250788" y="0"/>
                </a:moveTo>
                <a:lnTo>
                  <a:pt x="244181" y="0"/>
                </a:lnTo>
                <a:lnTo>
                  <a:pt x="235982" y="8188"/>
                </a:lnTo>
                <a:lnTo>
                  <a:pt x="235982" y="14837"/>
                </a:lnTo>
                <a:lnTo>
                  <a:pt x="240076" y="18889"/>
                </a:lnTo>
                <a:lnTo>
                  <a:pt x="299289" y="78144"/>
                </a:lnTo>
                <a:lnTo>
                  <a:pt x="235982" y="141451"/>
                </a:lnTo>
                <a:lnTo>
                  <a:pt x="235982" y="148100"/>
                </a:lnTo>
                <a:lnTo>
                  <a:pt x="240076" y="152194"/>
                </a:lnTo>
                <a:lnTo>
                  <a:pt x="244181" y="156257"/>
                </a:lnTo>
                <a:lnTo>
                  <a:pt x="250788" y="156257"/>
                </a:lnTo>
                <a:lnTo>
                  <a:pt x="318461" y="88625"/>
                </a:lnTo>
                <a:lnTo>
                  <a:pt x="314137" y="88625"/>
                </a:lnTo>
                <a:lnTo>
                  <a:pt x="314137" y="67662"/>
                </a:lnTo>
                <a:lnTo>
                  <a:pt x="318461" y="67662"/>
                </a:lnTo>
                <a:lnTo>
                  <a:pt x="250788" y="0"/>
                </a:lnTo>
                <a:close/>
              </a:path>
              <a:path extrusionOk="0" h="156844" w="325755">
                <a:moveTo>
                  <a:pt x="288815" y="67662"/>
                </a:moveTo>
                <a:lnTo>
                  <a:pt x="0" y="67662"/>
                </a:lnTo>
                <a:lnTo>
                  <a:pt x="0" y="88625"/>
                </a:lnTo>
                <a:lnTo>
                  <a:pt x="288807" y="88625"/>
                </a:lnTo>
                <a:lnTo>
                  <a:pt x="299289" y="78144"/>
                </a:lnTo>
                <a:lnTo>
                  <a:pt x="288815" y="67662"/>
                </a:lnTo>
                <a:close/>
              </a:path>
              <a:path extrusionOk="0" h="156844" w="325755">
                <a:moveTo>
                  <a:pt x="318461" y="67662"/>
                </a:moveTo>
                <a:lnTo>
                  <a:pt x="314137" y="67662"/>
                </a:lnTo>
                <a:lnTo>
                  <a:pt x="314137" y="88625"/>
                </a:lnTo>
                <a:lnTo>
                  <a:pt x="318461" y="88625"/>
                </a:lnTo>
                <a:lnTo>
                  <a:pt x="321539" y="85547"/>
                </a:lnTo>
                <a:lnTo>
                  <a:pt x="325592" y="81453"/>
                </a:lnTo>
                <a:lnTo>
                  <a:pt x="325592" y="74835"/>
                </a:lnTo>
                <a:lnTo>
                  <a:pt x="321539" y="70741"/>
                </a:lnTo>
                <a:lnTo>
                  <a:pt x="318461" y="67662"/>
                </a:lnTo>
                <a:close/>
              </a:path>
            </a:pathLst>
          </a:custGeom>
          <a:solidFill>
            <a:srgbClr val="1210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" name="Google Shape;99;p2"/>
          <p:cNvSpPr/>
          <p:nvPr/>
        </p:nvSpPr>
        <p:spPr>
          <a:xfrm>
            <a:off x="1225098" y="4162773"/>
            <a:ext cx="325755" cy="156845"/>
          </a:xfrm>
          <a:custGeom>
            <a:rect b="b" l="l" r="r" t="t"/>
            <a:pathLst>
              <a:path extrusionOk="0" h="156845" w="325755">
                <a:moveTo>
                  <a:pt x="250788" y="0"/>
                </a:moveTo>
                <a:lnTo>
                  <a:pt x="244181" y="0"/>
                </a:lnTo>
                <a:lnTo>
                  <a:pt x="235982" y="8156"/>
                </a:lnTo>
                <a:lnTo>
                  <a:pt x="235982" y="14805"/>
                </a:lnTo>
                <a:lnTo>
                  <a:pt x="299289" y="78112"/>
                </a:lnTo>
                <a:lnTo>
                  <a:pt x="235982" y="141461"/>
                </a:lnTo>
                <a:lnTo>
                  <a:pt x="235982" y="148068"/>
                </a:lnTo>
                <a:lnTo>
                  <a:pt x="244181" y="156257"/>
                </a:lnTo>
                <a:lnTo>
                  <a:pt x="250788" y="156257"/>
                </a:lnTo>
                <a:lnTo>
                  <a:pt x="318461" y="88594"/>
                </a:lnTo>
                <a:lnTo>
                  <a:pt x="314137" y="88594"/>
                </a:lnTo>
                <a:lnTo>
                  <a:pt x="314137" y="67662"/>
                </a:lnTo>
                <a:lnTo>
                  <a:pt x="318491" y="67662"/>
                </a:lnTo>
                <a:lnTo>
                  <a:pt x="250788" y="0"/>
                </a:lnTo>
                <a:close/>
              </a:path>
              <a:path extrusionOk="0" h="156845" w="325755">
                <a:moveTo>
                  <a:pt x="288839" y="67662"/>
                </a:moveTo>
                <a:lnTo>
                  <a:pt x="0" y="67662"/>
                </a:lnTo>
                <a:lnTo>
                  <a:pt x="0" y="88594"/>
                </a:lnTo>
                <a:lnTo>
                  <a:pt x="288814" y="88594"/>
                </a:lnTo>
                <a:lnTo>
                  <a:pt x="299289" y="78112"/>
                </a:lnTo>
                <a:lnTo>
                  <a:pt x="288839" y="67662"/>
                </a:lnTo>
                <a:close/>
              </a:path>
              <a:path extrusionOk="0" h="156845" w="325755">
                <a:moveTo>
                  <a:pt x="318491" y="67662"/>
                </a:moveTo>
                <a:lnTo>
                  <a:pt x="314137" y="67662"/>
                </a:lnTo>
                <a:lnTo>
                  <a:pt x="314137" y="88594"/>
                </a:lnTo>
                <a:lnTo>
                  <a:pt x="318461" y="88594"/>
                </a:lnTo>
                <a:lnTo>
                  <a:pt x="321539" y="85515"/>
                </a:lnTo>
                <a:lnTo>
                  <a:pt x="325592" y="81421"/>
                </a:lnTo>
                <a:lnTo>
                  <a:pt x="325592" y="74804"/>
                </a:lnTo>
                <a:lnTo>
                  <a:pt x="321539" y="70709"/>
                </a:lnTo>
                <a:lnTo>
                  <a:pt x="318491" y="67662"/>
                </a:lnTo>
                <a:close/>
              </a:path>
            </a:pathLst>
          </a:custGeom>
          <a:solidFill>
            <a:srgbClr val="1210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2"/>
          <p:cNvSpPr/>
          <p:nvPr/>
        </p:nvSpPr>
        <p:spPr>
          <a:xfrm>
            <a:off x="1225098" y="6309607"/>
            <a:ext cx="325755" cy="156845"/>
          </a:xfrm>
          <a:custGeom>
            <a:rect b="b" l="l" r="r" t="t"/>
            <a:pathLst>
              <a:path extrusionOk="0" h="156845" w="325755">
                <a:moveTo>
                  <a:pt x="250788" y="0"/>
                </a:moveTo>
                <a:lnTo>
                  <a:pt x="244181" y="0"/>
                </a:lnTo>
                <a:lnTo>
                  <a:pt x="235982" y="8188"/>
                </a:lnTo>
                <a:lnTo>
                  <a:pt x="235982" y="14795"/>
                </a:lnTo>
                <a:lnTo>
                  <a:pt x="299289" y="78144"/>
                </a:lnTo>
                <a:lnTo>
                  <a:pt x="235982" y="141451"/>
                </a:lnTo>
                <a:lnTo>
                  <a:pt x="235982" y="148100"/>
                </a:lnTo>
                <a:lnTo>
                  <a:pt x="240076" y="152194"/>
                </a:lnTo>
                <a:lnTo>
                  <a:pt x="244181" y="156257"/>
                </a:lnTo>
                <a:lnTo>
                  <a:pt x="250788" y="156257"/>
                </a:lnTo>
                <a:lnTo>
                  <a:pt x="318461" y="88625"/>
                </a:lnTo>
                <a:lnTo>
                  <a:pt x="314137" y="88625"/>
                </a:lnTo>
                <a:lnTo>
                  <a:pt x="314137" y="67662"/>
                </a:lnTo>
                <a:lnTo>
                  <a:pt x="318461" y="67662"/>
                </a:lnTo>
                <a:lnTo>
                  <a:pt x="250788" y="0"/>
                </a:lnTo>
                <a:close/>
              </a:path>
              <a:path extrusionOk="0" h="156845" w="325755">
                <a:moveTo>
                  <a:pt x="288814" y="67662"/>
                </a:moveTo>
                <a:lnTo>
                  <a:pt x="0" y="67662"/>
                </a:lnTo>
                <a:lnTo>
                  <a:pt x="0" y="88625"/>
                </a:lnTo>
                <a:lnTo>
                  <a:pt x="288807" y="88625"/>
                </a:lnTo>
                <a:lnTo>
                  <a:pt x="299289" y="78144"/>
                </a:lnTo>
                <a:lnTo>
                  <a:pt x="288814" y="67662"/>
                </a:lnTo>
                <a:close/>
              </a:path>
              <a:path extrusionOk="0" h="156845" w="325755">
                <a:moveTo>
                  <a:pt x="318461" y="67662"/>
                </a:moveTo>
                <a:lnTo>
                  <a:pt x="314137" y="67662"/>
                </a:lnTo>
                <a:lnTo>
                  <a:pt x="314137" y="88625"/>
                </a:lnTo>
                <a:lnTo>
                  <a:pt x="318461" y="88625"/>
                </a:lnTo>
                <a:lnTo>
                  <a:pt x="321539" y="85547"/>
                </a:lnTo>
                <a:lnTo>
                  <a:pt x="325592" y="81453"/>
                </a:lnTo>
                <a:lnTo>
                  <a:pt x="325592" y="74835"/>
                </a:lnTo>
                <a:lnTo>
                  <a:pt x="321539" y="70741"/>
                </a:lnTo>
                <a:lnTo>
                  <a:pt x="318461" y="67662"/>
                </a:lnTo>
                <a:close/>
              </a:path>
            </a:pathLst>
          </a:custGeom>
          <a:solidFill>
            <a:srgbClr val="1210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2"/>
          <p:cNvSpPr/>
          <p:nvPr/>
        </p:nvSpPr>
        <p:spPr>
          <a:xfrm>
            <a:off x="1225098" y="8466466"/>
            <a:ext cx="325755" cy="156845"/>
          </a:xfrm>
          <a:custGeom>
            <a:rect b="b" l="l" r="r" t="t"/>
            <a:pathLst>
              <a:path extrusionOk="0" h="156845" w="325755">
                <a:moveTo>
                  <a:pt x="250788" y="0"/>
                </a:moveTo>
                <a:lnTo>
                  <a:pt x="244181" y="0"/>
                </a:lnTo>
                <a:lnTo>
                  <a:pt x="240076" y="4062"/>
                </a:lnTo>
                <a:lnTo>
                  <a:pt x="235982" y="8156"/>
                </a:lnTo>
                <a:lnTo>
                  <a:pt x="235982" y="14805"/>
                </a:lnTo>
                <a:lnTo>
                  <a:pt x="299289" y="78112"/>
                </a:lnTo>
                <a:lnTo>
                  <a:pt x="235982" y="141419"/>
                </a:lnTo>
                <a:lnTo>
                  <a:pt x="235982" y="148068"/>
                </a:lnTo>
                <a:lnTo>
                  <a:pt x="244181" y="156257"/>
                </a:lnTo>
                <a:lnTo>
                  <a:pt x="250788" y="156257"/>
                </a:lnTo>
                <a:lnTo>
                  <a:pt x="318461" y="88594"/>
                </a:lnTo>
                <a:lnTo>
                  <a:pt x="314137" y="88594"/>
                </a:lnTo>
                <a:lnTo>
                  <a:pt x="314137" y="67631"/>
                </a:lnTo>
                <a:lnTo>
                  <a:pt x="318461" y="67631"/>
                </a:lnTo>
                <a:lnTo>
                  <a:pt x="250788" y="0"/>
                </a:lnTo>
                <a:close/>
              </a:path>
              <a:path extrusionOk="0" h="156845" w="325755">
                <a:moveTo>
                  <a:pt x="288807" y="67631"/>
                </a:moveTo>
                <a:lnTo>
                  <a:pt x="0" y="67631"/>
                </a:lnTo>
                <a:lnTo>
                  <a:pt x="0" y="88594"/>
                </a:lnTo>
                <a:lnTo>
                  <a:pt x="288813" y="88594"/>
                </a:lnTo>
                <a:lnTo>
                  <a:pt x="299289" y="78112"/>
                </a:lnTo>
                <a:lnTo>
                  <a:pt x="288807" y="67631"/>
                </a:lnTo>
                <a:close/>
              </a:path>
              <a:path extrusionOk="0" h="156845" w="325755">
                <a:moveTo>
                  <a:pt x="318461" y="67631"/>
                </a:moveTo>
                <a:lnTo>
                  <a:pt x="314137" y="67631"/>
                </a:lnTo>
                <a:lnTo>
                  <a:pt x="314137" y="88594"/>
                </a:lnTo>
                <a:lnTo>
                  <a:pt x="318461" y="88594"/>
                </a:lnTo>
                <a:lnTo>
                  <a:pt x="321539" y="85515"/>
                </a:lnTo>
                <a:lnTo>
                  <a:pt x="325592" y="81421"/>
                </a:lnTo>
                <a:lnTo>
                  <a:pt x="325592" y="74804"/>
                </a:lnTo>
                <a:lnTo>
                  <a:pt x="321539" y="70709"/>
                </a:lnTo>
                <a:lnTo>
                  <a:pt x="318461" y="67631"/>
                </a:lnTo>
                <a:close/>
              </a:path>
            </a:pathLst>
          </a:custGeom>
          <a:solidFill>
            <a:srgbClr val="12100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" name="Google Shape;102;p2"/>
          <p:cNvSpPr txBox="1"/>
          <p:nvPr/>
        </p:nvSpPr>
        <p:spPr>
          <a:xfrm>
            <a:off x="1225100" y="230113"/>
            <a:ext cx="5498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/>
              <a:t>Ключевые функции игры</a:t>
            </a:r>
            <a:endParaRPr sz="4400"/>
          </a:p>
        </p:txBody>
      </p:sp>
      <p:sp>
        <p:nvSpPr>
          <p:cNvPr id="103" name="Google Shape;103;p2"/>
          <p:cNvSpPr txBox="1"/>
          <p:nvPr/>
        </p:nvSpPr>
        <p:spPr>
          <a:xfrm>
            <a:off x="1877700" y="1856788"/>
            <a:ext cx="4539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Игровая механика: движение шара, отражение, разрушение кирпичей.</a:t>
            </a:r>
            <a:endParaRPr sz="2500"/>
          </a:p>
        </p:txBody>
      </p:sp>
      <p:sp>
        <p:nvSpPr>
          <p:cNvPr id="104" name="Google Shape;104;p2"/>
          <p:cNvSpPr txBox="1"/>
          <p:nvPr/>
        </p:nvSpPr>
        <p:spPr>
          <a:xfrm>
            <a:off x="1929000" y="3890463"/>
            <a:ext cx="4488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Управление: клавиши ←/→ и управление мышью; адаптивность для сенсорных экранов.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929000" y="6139213"/>
            <a:ext cx="4488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Интерфейс: счёт, жизни, экраны Старт/Пауза/Конец уровня.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929000" y="8326213"/>
            <a:ext cx="4488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Технологии: HTML5 Canvas, чистый JavaScript, requestAnimationFrame.</a:t>
            </a:r>
            <a:endParaRPr sz="2500"/>
          </a:p>
        </p:txBody>
      </p:sp>
      <p:pic>
        <p:nvPicPr>
          <p:cNvPr id="107" name="Google Shape;10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2050" y="325"/>
            <a:ext cx="10052050" cy="4896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52050" y="4896750"/>
            <a:ext cx="10052064" cy="489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0052175" y="9793175"/>
            <a:ext cx="100521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рис. 1 – Главное меню.</a:t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рис. 2 – Геймплей</a:t>
            </a:r>
            <a:endParaRPr sz="4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1198625" y="2223750"/>
            <a:ext cx="4335600" cy="542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245930" y="1916140"/>
            <a:ext cx="4283075" cy="8785225"/>
          </a:xfrm>
          <a:custGeom>
            <a:rect b="b" l="l" r="r" t="t"/>
            <a:pathLst>
              <a:path extrusionOk="0" h="8785225" w="4283075">
                <a:moveTo>
                  <a:pt x="4282759" y="0"/>
                </a:moveTo>
                <a:lnTo>
                  <a:pt x="0" y="0"/>
                </a:lnTo>
                <a:lnTo>
                  <a:pt x="0" y="8785114"/>
                </a:lnTo>
                <a:lnTo>
                  <a:pt x="4282759" y="8785114"/>
                </a:lnTo>
                <a:lnTo>
                  <a:pt x="4282759" y="0"/>
                </a:lnTo>
                <a:close/>
              </a:path>
            </a:pathLst>
          </a:custGeom>
          <a:solidFill>
            <a:srgbClr val="CBC8C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57125" y="377525"/>
            <a:ext cx="579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/>
              <a:t>Достоинства</a:t>
            </a:r>
            <a:endParaRPr b="1" sz="4800"/>
          </a:p>
        </p:txBody>
      </p:sp>
      <p:sp>
        <p:nvSpPr>
          <p:cNvPr id="117" name="Google Shape;117;p3"/>
          <p:cNvSpPr/>
          <p:nvPr/>
        </p:nvSpPr>
        <p:spPr>
          <a:xfrm>
            <a:off x="1182425" y="1888575"/>
            <a:ext cx="4351800" cy="8785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542925" y="2265150"/>
            <a:ext cx="31974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Система бонусов</a:t>
            </a:r>
            <a:endParaRPr b="1" sz="2700"/>
          </a:p>
        </p:txBody>
      </p:sp>
      <p:sp>
        <p:nvSpPr>
          <p:cNvPr id="119" name="Google Shape;119;p3"/>
          <p:cNvSpPr txBox="1"/>
          <p:nvPr/>
        </p:nvSpPr>
        <p:spPr>
          <a:xfrm>
            <a:off x="1527275" y="3136675"/>
            <a:ext cx="3678600" cy="7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С определенным шансом из разрушенных плит выподают временные бонусы, такие как:</a:t>
            </a:r>
            <a:br>
              <a:rPr lang="en-US" sz="3200"/>
            </a:br>
            <a:r>
              <a:rPr lang="en-US" sz="3200">
                <a:solidFill>
                  <a:srgbClr val="FF0000"/>
                </a:solidFill>
              </a:rPr>
              <a:t>– Ускорение перекладины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Увеличение перекладины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Другие</a:t>
            </a:r>
            <a:endParaRPr sz="3200">
              <a:solidFill>
                <a:srgbClr val="FF0000"/>
              </a:solidFill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939655" y="1902340"/>
            <a:ext cx="4283075" cy="8785225"/>
          </a:xfrm>
          <a:custGeom>
            <a:rect b="b" l="l" r="r" t="t"/>
            <a:pathLst>
              <a:path extrusionOk="0" h="8785225" w="4283075">
                <a:moveTo>
                  <a:pt x="4282759" y="0"/>
                </a:moveTo>
                <a:lnTo>
                  <a:pt x="0" y="0"/>
                </a:lnTo>
                <a:lnTo>
                  <a:pt x="0" y="8785114"/>
                </a:lnTo>
                <a:lnTo>
                  <a:pt x="4282759" y="8785114"/>
                </a:lnTo>
                <a:lnTo>
                  <a:pt x="4282759" y="0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00"/>
              </a:solidFill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876150" y="1874775"/>
            <a:ext cx="4351800" cy="87852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8236650" y="2251350"/>
            <a:ext cx="35736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1F0F1"/>
                </a:solidFill>
              </a:rPr>
              <a:t>Кроссбраузерность</a:t>
            </a:r>
            <a:endParaRPr b="1" sz="2700">
              <a:solidFill>
                <a:srgbClr val="F1F0F1"/>
              </a:solidFill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8221000" y="3122875"/>
            <a:ext cx="3678600" cy="7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</a:rPr>
              <a:t>Игра поддерживается любым современным браузером на движке </a:t>
            </a:r>
            <a:r>
              <a:rPr lang="en-US" sz="3200">
                <a:solidFill>
                  <a:srgbClr val="FF0000"/>
                </a:solidFill>
              </a:rPr>
              <a:t>Gecko</a:t>
            </a:r>
            <a:r>
              <a:rPr lang="en-US" sz="3200">
                <a:solidFill>
                  <a:srgbClr val="FF9900"/>
                </a:solidFill>
              </a:rPr>
              <a:t> </a:t>
            </a:r>
            <a:r>
              <a:rPr lang="en-US" sz="3200">
                <a:solidFill>
                  <a:schemeClr val="lt1"/>
                </a:solidFill>
              </a:rPr>
              <a:t>и</a:t>
            </a:r>
            <a:r>
              <a:rPr lang="en-US" sz="3200">
                <a:solidFill>
                  <a:srgbClr val="FF9900"/>
                </a:solidFill>
              </a:rPr>
              <a:t> </a:t>
            </a:r>
            <a:r>
              <a:rPr lang="en-US" sz="3200">
                <a:solidFill>
                  <a:srgbClr val="FF0000"/>
                </a:solidFill>
              </a:rPr>
              <a:t>Chromium</a:t>
            </a:r>
            <a:r>
              <a:rPr lang="en-US" sz="3200">
                <a:solidFill>
                  <a:srgbClr val="FF9900"/>
                </a:solidFill>
              </a:rPr>
              <a:t>, </a:t>
            </a:r>
            <a:r>
              <a:rPr lang="en-US" sz="3200">
                <a:solidFill>
                  <a:schemeClr val="lt1"/>
                </a:solidFill>
              </a:rPr>
              <a:t>например, </a:t>
            </a:r>
            <a:r>
              <a:rPr lang="en-US" sz="3200">
                <a:solidFill>
                  <a:srgbClr val="FFFFFF"/>
                </a:solidFill>
              </a:rPr>
              <a:t>такими-как:</a:t>
            </a:r>
            <a:endParaRPr sz="3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FireFox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Yandex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Chrome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Opera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Edge</a:t>
            </a:r>
            <a:endParaRPr sz="3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– Safari</a:t>
            </a:r>
            <a:endParaRPr sz="3200">
              <a:solidFill>
                <a:srgbClr val="FF0000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4569875" y="1874763"/>
            <a:ext cx="4351800" cy="87852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4895125" y="2223750"/>
            <a:ext cx="38520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/>
              <a:t>Производительность</a:t>
            </a:r>
            <a:endParaRPr b="1" sz="2700"/>
          </a:p>
        </p:txBody>
      </p:sp>
      <p:sp>
        <p:nvSpPr>
          <p:cNvPr id="126" name="Google Shape;126;p3"/>
          <p:cNvSpPr txBox="1"/>
          <p:nvPr/>
        </p:nvSpPr>
        <p:spPr>
          <a:xfrm>
            <a:off x="15068550" y="3095275"/>
            <a:ext cx="3678600" cy="7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Код </a:t>
            </a:r>
            <a:r>
              <a:rPr lang="en-US" sz="3200">
                <a:solidFill>
                  <a:srgbClr val="FF0000"/>
                </a:solidFill>
              </a:rPr>
              <a:t>JavaScript</a:t>
            </a:r>
            <a:r>
              <a:rPr lang="en-US" sz="3200"/>
              <a:t> был оптимизирован для работы в браузере, благодаря чему работает на порядок </a:t>
            </a:r>
            <a:r>
              <a:rPr lang="en-US" sz="3200">
                <a:solidFill>
                  <a:srgbClr val="FF0000"/>
                </a:solidFill>
              </a:rPr>
              <a:t>быстрее</a:t>
            </a:r>
            <a:r>
              <a:rPr lang="en-US" sz="3200"/>
              <a:t> </a:t>
            </a:r>
            <a:r>
              <a:rPr lang="en-US" sz="3200">
                <a:solidFill>
                  <a:srgbClr val="FF0000"/>
                </a:solidFill>
              </a:rPr>
              <a:t>схожих игр</a:t>
            </a:r>
            <a:r>
              <a:rPr lang="en-US" sz="3200"/>
              <a:t> в браузере.</a:t>
            </a:r>
            <a:endParaRPr sz="3200">
              <a:solidFill>
                <a:srgbClr val="1155CC"/>
              </a:solidFill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055325" y="5386550"/>
            <a:ext cx="1363200" cy="837600"/>
          </a:xfrm>
          <a:prstGeom prst="chevron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2714688" y="5386550"/>
            <a:ext cx="1363200" cy="837600"/>
          </a:xfrm>
          <a:prstGeom prst="chevron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1246119" y="1915836"/>
            <a:ext cx="12900660" cy="5769610"/>
          </a:xfrm>
          <a:custGeom>
            <a:rect b="b" l="l" r="r" t="t"/>
            <a:pathLst>
              <a:path extrusionOk="0" h="5769609" w="12900660">
                <a:moveTo>
                  <a:pt x="12900151" y="0"/>
                </a:moveTo>
                <a:lnTo>
                  <a:pt x="0" y="0"/>
                </a:lnTo>
                <a:lnTo>
                  <a:pt x="0" y="5769457"/>
                </a:lnTo>
                <a:lnTo>
                  <a:pt x="12900151" y="5769457"/>
                </a:lnTo>
                <a:lnTo>
                  <a:pt x="12900151" y="0"/>
                </a:lnTo>
                <a:close/>
              </a:path>
            </a:pathLst>
          </a:custGeom>
          <a:solidFill>
            <a:srgbClr val="E2E0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032" y="4640584"/>
            <a:ext cx="2099559" cy="30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450" y="1915825"/>
            <a:ext cx="12824549" cy="5769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4"/>
          <p:cNvGrpSpPr/>
          <p:nvPr/>
        </p:nvGrpSpPr>
        <p:grpSpPr>
          <a:xfrm>
            <a:off x="14313763" y="1915836"/>
            <a:ext cx="4565650" cy="5769609"/>
            <a:chOff x="14313763" y="1915836"/>
            <a:chExt cx="4565650" cy="5769609"/>
          </a:xfrm>
        </p:grpSpPr>
        <p:sp>
          <p:nvSpPr>
            <p:cNvPr id="137" name="Google Shape;137;p4"/>
            <p:cNvSpPr/>
            <p:nvPr/>
          </p:nvSpPr>
          <p:spPr>
            <a:xfrm>
              <a:off x="14313763" y="1915836"/>
              <a:ext cx="4565650" cy="5769609"/>
            </a:xfrm>
            <a:custGeom>
              <a:rect b="b" l="l" r="r" t="t"/>
              <a:pathLst>
                <a:path extrusionOk="0" h="5769609" w="4565650">
                  <a:moveTo>
                    <a:pt x="4565326" y="0"/>
                  </a:moveTo>
                  <a:lnTo>
                    <a:pt x="0" y="0"/>
                  </a:lnTo>
                  <a:lnTo>
                    <a:pt x="0" y="5769457"/>
                  </a:lnTo>
                  <a:lnTo>
                    <a:pt x="4565326" y="5769457"/>
                  </a:lnTo>
                  <a:lnTo>
                    <a:pt x="4565326" y="0"/>
                  </a:lnTo>
                  <a:close/>
                </a:path>
              </a:pathLst>
            </a:custGeom>
            <a:solidFill>
              <a:srgbClr val="E2E0E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14944404" y="2284824"/>
              <a:ext cx="1528444" cy="1528445"/>
            </a:xfrm>
            <a:custGeom>
              <a:rect b="b" l="l" r="r" t="t"/>
              <a:pathLst>
                <a:path extrusionOk="0" h="1528445" w="1528444">
                  <a:moveTo>
                    <a:pt x="764002" y="0"/>
                  </a:moveTo>
                  <a:lnTo>
                    <a:pt x="715141" y="1554"/>
                  </a:lnTo>
                  <a:lnTo>
                    <a:pt x="666442" y="6217"/>
                  </a:lnTo>
                  <a:lnTo>
                    <a:pt x="618067" y="13989"/>
                  </a:lnTo>
                  <a:lnTo>
                    <a:pt x="570175" y="24869"/>
                  </a:lnTo>
                  <a:lnTo>
                    <a:pt x="522928" y="38856"/>
                  </a:lnTo>
                  <a:lnTo>
                    <a:pt x="476486" y="55952"/>
                  </a:lnTo>
                  <a:lnTo>
                    <a:pt x="431012" y="76155"/>
                  </a:lnTo>
                  <a:lnTo>
                    <a:pt x="386664" y="99465"/>
                  </a:lnTo>
                  <a:lnTo>
                    <a:pt x="343605" y="125882"/>
                  </a:lnTo>
                  <a:lnTo>
                    <a:pt x="301996" y="155406"/>
                  </a:lnTo>
                  <a:lnTo>
                    <a:pt x="261996" y="188036"/>
                  </a:lnTo>
                  <a:lnTo>
                    <a:pt x="223768" y="223773"/>
                  </a:lnTo>
                  <a:lnTo>
                    <a:pt x="190666" y="259000"/>
                  </a:lnTo>
                  <a:lnTo>
                    <a:pt x="160212" y="295747"/>
                  </a:lnTo>
                  <a:lnTo>
                    <a:pt x="132407" y="333886"/>
                  </a:lnTo>
                  <a:lnTo>
                    <a:pt x="107249" y="373291"/>
                  </a:lnTo>
                  <a:lnTo>
                    <a:pt x="84740" y="413835"/>
                  </a:lnTo>
                  <a:lnTo>
                    <a:pt x="64879" y="455392"/>
                  </a:lnTo>
                  <a:lnTo>
                    <a:pt x="47666" y="497835"/>
                  </a:lnTo>
                  <a:lnTo>
                    <a:pt x="33101" y="541038"/>
                  </a:lnTo>
                  <a:lnTo>
                    <a:pt x="21185" y="584873"/>
                  </a:lnTo>
                  <a:lnTo>
                    <a:pt x="11916" y="629215"/>
                  </a:lnTo>
                  <a:lnTo>
                    <a:pt x="5296" y="673937"/>
                  </a:lnTo>
                  <a:lnTo>
                    <a:pt x="1324" y="718912"/>
                  </a:lnTo>
                  <a:lnTo>
                    <a:pt x="0" y="764013"/>
                  </a:lnTo>
                  <a:lnTo>
                    <a:pt x="1324" y="809114"/>
                  </a:lnTo>
                  <a:lnTo>
                    <a:pt x="5296" y="854089"/>
                  </a:lnTo>
                  <a:lnTo>
                    <a:pt x="11916" y="898811"/>
                  </a:lnTo>
                  <a:lnTo>
                    <a:pt x="21185" y="943152"/>
                  </a:lnTo>
                  <a:lnTo>
                    <a:pt x="33101" y="986988"/>
                  </a:lnTo>
                  <a:lnTo>
                    <a:pt x="47666" y="1030191"/>
                  </a:lnTo>
                  <a:lnTo>
                    <a:pt x="64879" y="1072634"/>
                  </a:lnTo>
                  <a:lnTo>
                    <a:pt x="84740" y="1114191"/>
                  </a:lnTo>
                  <a:lnTo>
                    <a:pt x="107249" y="1154735"/>
                  </a:lnTo>
                  <a:lnTo>
                    <a:pt x="132407" y="1194140"/>
                  </a:lnTo>
                  <a:lnTo>
                    <a:pt x="160212" y="1232279"/>
                  </a:lnTo>
                  <a:lnTo>
                    <a:pt x="190666" y="1269025"/>
                  </a:lnTo>
                  <a:lnTo>
                    <a:pt x="223768" y="1304253"/>
                  </a:lnTo>
                  <a:lnTo>
                    <a:pt x="261996" y="1339996"/>
                  </a:lnTo>
                  <a:lnTo>
                    <a:pt x="301996" y="1372631"/>
                  </a:lnTo>
                  <a:lnTo>
                    <a:pt x="343605" y="1402157"/>
                  </a:lnTo>
                  <a:lnTo>
                    <a:pt x="386664" y="1428575"/>
                  </a:lnTo>
                  <a:lnTo>
                    <a:pt x="431012" y="1451884"/>
                  </a:lnTo>
                  <a:lnTo>
                    <a:pt x="476486" y="1472086"/>
                  </a:lnTo>
                  <a:lnTo>
                    <a:pt x="522928" y="1489179"/>
                  </a:lnTo>
                  <a:lnTo>
                    <a:pt x="570175" y="1503164"/>
                  </a:lnTo>
                  <a:lnTo>
                    <a:pt x="618067" y="1514041"/>
                  </a:lnTo>
                  <a:lnTo>
                    <a:pt x="666442" y="1521811"/>
                  </a:lnTo>
                  <a:lnTo>
                    <a:pt x="715141" y="1526472"/>
                  </a:lnTo>
                  <a:lnTo>
                    <a:pt x="764002" y="1528026"/>
                  </a:lnTo>
                  <a:lnTo>
                    <a:pt x="812856" y="1526472"/>
                  </a:lnTo>
                  <a:lnTo>
                    <a:pt x="861549" y="1521811"/>
                  </a:lnTo>
                  <a:lnTo>
                    <a:pt x="909920" y="1514041"/>
                  </a:lnTo>
                  <a:lnTo>
                    <a:pt x="957808" y="1503164"/>
                  </a:lnTo>
                  <a:lnTo>
                    <a:pt x="1005052" y="1489179"/>
                  </a:lnTo>
                  <a:lnTo>
                    <a:pt x="1051491" y="1472086"/>
                  </a:lnTo>
                  <a:lnTo>
                    <a:pt x="1096964" y="1451884"/>
                  </a:lnTo>
                  <a:lnTo>
                    <a:pt x="1141310" y="1428575"/>
                  </a:lnTo>
                  <a:lnTo>
                    <a:pt x="1184369" y="1402157"/>
                  </a:lnTo>
                  <a:lnTo>
                    <a:pt x="1225978" y="1372631"/>
                  </a:lnTo>
                  <a:lnTo>
                    <a:pt x="1265977" y="1339996"/>
                  </a:lnTo>
                  <a:lnTo>
                    <a:pt x="1304206" y="1304253"/>
                  </a:lnTo>
                  <a:lnTo>
                    <a:pt x="1337311" y="1269025"/>
                  </a:lnTo>
                  <a:lnTo>
                    <a:pt x="1367768" y="1232279"/>
                  </a:lnTo>
                  <a:lnTo>
                    <a:pt x="1395576" y="1194140"/>
                  </a:lnTo>
                  <a:lnTo>
                    <a:pt x="1420736" y="1154735"/>
                  </a:lnTo>
                  <a:lnTo>
                    <a:pt x="1443248" y="1114191"/>
                  </a:lnTo>
                  <a:lnTo>
                    <a:pt x="1463111" y="1072634"/>
                  </a:lnTo>
                  <a:lnTo>
                    <a:pt x="1480326" y="1030191"/>
                  </a:lnTo>
                  <a:lnTo>
                    <a:pt x="1494892" y="986988"/>
                  </a:lnTo>
                  <a:lnTo>
                    <a:pt x="1506810" y="943152"/>
                  </a:lnTo>
                  <a:lnTo>
                    <a:pt x="1516080" y="898811"/>
                  </a:lnTo>
                  <a:lnTo>
                    <a:pt x="1522701" y="854089"/>
                  </a:lnTo>
                  <a:lnTo>
                    <a:pt x="1526673" y="809114"/>
                  </a:lnTo>
                  <a:lnTo>
                    <a:pt x="1527997" y="764013"/>
                  </a:lnTo>
                  <a:lnTo>
                    <a:pt x="1526673" y="718912"/>
                  </a:lnTo>
                  <a:lnTo>
                    <a:pt x="1522701" y="673937"/>
                  </a:lnTo>
                  <a:lnTo>
                    <a:pt x="1516080" y="629215"/>
                  </a:lnTo>
                  <a:lnTo>
                    <a:pt x="1506810" y="584873"/>
                  </a:lnTo>
                  <a:lnTo>
                    <a:pt x="1494892" y="541038"/>
                  </a:lnTo>
                  <a:lnTo>
                    <a:pt x="1480326" y="497835"/>
                  </a:lnTo>
                  <a:lnTo>
                    <a:pt x="1463111" y="455392"/>
                  </a:lnTo>
                  <a:lnTo>
                    <a:pt x="1443248" y="413835"/>
                  </a:lnTo>
                  <a:lnTo>
                    <a:pt x="1420736" y="373291"/>
                  </a:lnTo>
                  <a:lnTo>
                    <a:pt x="1395576" y="333886"/>
                  </a:lnTo>
                  <a:lnTo>
                    <a:pt x="1367768" y="295747"/>
                  </a:lnTo>
                  <a:lnTo>
                    <a:pt x="1337311" y="259000"/>
                  </a:lnTo>
                  <a:lnTo>
                    <a:pt x="1304206" y="223773"/>
                  </a:lnTo>
                  <a:lnTo>
                    <a:pt x="1265977" y="188036"/>
                  </a:lnTo>
                  <a:lnTo>
                    <a:pt x="1225978" y="155406"/>
                  </a:lnTo>
                  <a:lnTo>
                    <a:pt x="1184369" y="125882"/>
                  </a:lnTo>
                  <a:lnTo>
                    <a:pt x="1141310" y="99465"/>
                  </a:lnTo>
                  <a:lnTo>
                    <a:pt x="1096964" y="76155"/>
                  </a:lnTo>
                  <a:lnTo>
                    <a:pt x="1051491" y="55952"/>
                  </a:lnTo>
                  <a:lnTo>
                    <a:pt x="1005052" y="38856"/>
                  </a:lnTo>
                  <a:lnTo>
                    <a:pt x="957808" y="24869"/>
                  </a:lnTo>
                  <a:lnTo>
                    <a:pt x="909920" y="13989"/>
                  </a:lnTo>
                  <a:lnTo>
                    <a:pt x="861549" y="6217"/>
                  </a:lnTo>
                  <a:lnTo>
                    <a:pt x="812856" y="1554"/>
                  </a:lnTo>
                  <a:lnTo>
                    <a:pt x="764002" y="0"/>
                  </a:lnTo>
                  <a:close/>
                </a:path>
              </a:pathLst>
            </a:custGeom>
            <a:solidFill>
              <a:srgbClr val="F1F0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15114180" y="2453859"/>
              <a:ext cx="1188719" cy="1188720"/>
            </a:xfrm>
            <a:custGeom>
              <a:rect b="b" l="l" r="r" t="t"/>
              <a:pathLst>
                <a:path extrusionOk="0" h="1188720" w="1188719">
                  <a:moveTo>
                    <a:pt x="594337" y="0"/>
                  </a:moveTo>
                  <a:lnTo>
                    <a:pt x="545590" y="1970"/>
                  </a:lnTo>
                  <a:lnTo>
                    <a:pt x="497928" y="7778"/>
                  </a:lnTo>
                  <a:lnTo>
                    <a:pt x="451505" y="17271"/>
                  </a:lnTo>
                  <a:lnTo>
                    <a:pt x="406474" y="30297"/>
                  </a:lnTo>
                  <a:lnTo>
                    <a:pt x="362986" y="46703"/>
                  </a:lnTo>
                  <a:lnTo>
                    <a:pt x="321197" y="66335"/>
                  </a:lnTo>
                  <a:lnTo>
                    <a:pt x="281257" y="89041"/>
                  </a:lnTo>
                  <a:lnTo>
                    <a:pt x="243321" y="114667"/>
                  </a:lnTo>
                  <a:lnTo>
                    <a:pt x="207541" y="143061"/>
                  </a:lnTo>
                  <a:lnTo>
                    <a:pt x="174070" y="174070"/>
                  </a:lnTo>
                  <a:lnTo>
                    <a:pt x="143061" y="207541"/>
                  </a:lnTo>
                  <a:lnTo>
                    <a:pt x="114667" y="243321"/>
                  </a:lnTo>
                  <a:lnTo>
                    <a:pt x="89041" y="281257"/>
                  </a:lnTo>
                  <a:lnTo>
                    <a:pt x="66335" y="321197"/>
                  </a:lnTo>
                  <a:lnTo>
                    <a:pt x="46703" y="362986"/>
                  </a:lnTo>
                  <a:lnTo>
                    <a:pt x="30297" y="406474"/>
                  </a:lnTo>
                  <a:lnTo>
                    <a:pt x="17271" y="451505"/>
                  </a:lnTo>
                  <a:lnTo>
                    <a:pt x="7778" y="497928"/>
                  </a:lnTo>
                  <a:lnTo>
                    <a:pt x="1970" y="545590"/>
                  </a:lnTo>
                  <a:lnTo>
                    <a:pt x="0" y="594337"/>
                  </a:lnTo>
                  <a:lnTo>
                    <a:pt x="1970" y="643085"/>
                  </a:lnTo>
                  <a:lnTo>
                    <a:pt x="7779" y="690747"/>
                  </a:lnTo>
                  <a:lnTo>
                    <a:pt x="17274" y="737170"/>
                  </a:lnTo>
                  <a:lnTo>
                    <a:pt x="30301" y="782201"/>
                  </a:lnTo>
                  <a:lnTo>
                    <a:pt x="46709" y="825688"/>
                  </a:lnTo>
                  <a:lnTo>
                    <a:pt x="66343" y="867478"/>
                  </a:lnTo>
                  <a:lnTo>
                    <a:pt x="89051" y="907417"/>
                  </a:lnTo>
                  <a:lnTo>
                    <a:pt x="114679" y="945354"/>
                  </a:lnTo>
                  <a:lnTo>
                    <a:pt x="143075" y="981134"/>
                  </a:lnTo>
                  <a:lnTo>
                    <a:pt x="174086" y="1014605"/>
                  </a:lnTo>
                  <a:lnTo>
                    <a:pt x="207558" y="1045614"/>
                  </a:lnTo>
                  <a:lnTo>
                    <a:pt x="243339" y="1074008"/>
                  </a:lnTo>
                  <a:lnTo>
                    <a:pt x="281276" y="1099634"/>
                  </a:lnTo>
                  <a:lnTo>
                    <a:pt x="321215" y="1122340"/>
                  </a:lnTo>
                  <a:lnTo>
                    <a:pt x="363004" y="1141972"/>
                  </a:lnTo>
                  <a:lnTo>
                    <a:pt x="406490" y="1158377"/>
                  </a:lnTo>
                  <a:lnTo>
                    <a:pt x="451519" y="1171403"/>
                  </a:lnTo>
                  <a:lnTo>
                    <a:pt x="497938" y="1180897"/>
                  </a:lnTo>
                  <a:lnTo>
                    <a:pt x="545596" y="1186705"/>
                  </a:lnTo>
                  <a:lnTo>
                    <a:pt x="594337" y="1188675"/>
                  </a:lnTo>
                  <a:lnTo>
                    <a:pt x="643085" y="1186705"/>
                  </a:lnTo>
                  <a:lnTo>
                    <a:pt x="690748" y="1180897"/>
                  </a:lnTo>
                  <a:lnTo>
                    <a:pt x="737172" y="1171403"/>
                  </a:lnTo>
                  <a:lnTo>
                    <a:pt x="782206" y="1158377"/>
                  </a:lnTo>
                  <a:lnTo>
                    <a:pt x="825695" y="1141972"/>
                  </a:lnTo>
                  <a:lnTo>
                    <a:pt x="867487" y="1122340"/>
                  </a:lnTo>
                  <a:lnTo>
                    <a:pt x="907429" y="1099634"/>
                  </a:lnTo>
                  <a:lnTo>
                    <a:pt x="945368" y="1074008"/>
                  </a:lnTo>
                  <a:lnTo>
                    <a:pt x="981152" y="1045614"/>
                  </a:lnTo>
                  <a:lnTo>
                    <a:pt x="1014626" y="1014605"/>
                  </a:lnTo>
                  <a:lnTo>
                    <a:pt x="1045638" y="981134"/>
                  </a:lnTo>
                  <a:lnTo>
                    <a:pt x="1074035" y="945354"/>
                  </a:lnTo>
                  <a:lnTo>
                    <a:pt x="1099664" y="907417"/>
                  </a:lnTo>
                  <a:lnTo>
                    <a:pt x="1122373" y="867478"/>
                  </a:lnTo>
                  <a:lnTo>
                    <a:pt x="1142007" y="825688"/>
                  </a:lnTo>
                  <a:lnTo>
                    <a:pt x="1158415" y="782201"/>
                  </a:lnTo>
                  <a:lnTo>
                    <a:pt x="1171443" y="737170"/>
                  </a:lnTo>
                  <a:lnTo>
                    <a:pt x="1180938" y="690747"/>
                  </a:lnTo>
                  <a:lnTo>
                    <a:pt x="1186747" y="643085"/>
                  </a:lnTo>
                  <a:lnTo>
                    <a:pt x="1188717" y="594337"/>
                  </a:lnTo>
                  <a:lnTo>
                    <a:pt x="1186747" y="545590"/>
                  </a:lnTo>
                  <a:lnTo>
                    <a:pt x="1180938" y="497928"/>
                  </a:lnTo>
                  <a:lnTo>
                    <a:pt x="1171443" y="451505"/>
                  </a:lnTo>
                  <a:lnTo>
                    <a:pt x="1158415" y="406474"/>
                  </a:lnTo>
                  <a:lnTo>
                    <a:pt x="1142007" y="362986"/>
                  </a:lnTo>
                  <a:lnTo>
                    <a:pt x="1122373" y="321197"/>
                  </a:lnTo>
                  <a:lnTo>
                    <a:pt x="1099664" y="281257"/>
                  </a:lnTo>
                  <a:lnTo>
                    <a:pt x="1074035" y="243321"/>
                  </a:lnTo>
                  <a:lnTo>
                    <a:pt x="1045638" y="207541"/>
                  </a:lnTo>
                  <a:lnTo>
                    <a:pt x="1014626" y="174070"/>
                  </a:lnTo>
                  <a:lnTo>
                    <a:pt x="981152" y="143061"/>
                  </a:lnTo>
                  <a:lnTo>
                    <a:pt x="945368" y="114667"/>
                  </a:lnTo>
                  <a:lnTo>
                    <a:pt x="907429" y="89041"/>
                  </a:lnTo>
                  <a:lnTo>
                    <a:pt x="867487" y="66335"/>
                  </a:lnTo>
                  <a:lnTo>
                    <a:pt x="825695" y="46703"/>
                  </a:lnTo>
                  <a:lnTo>
                    <a:pt x="782206" y="30297"/>
                  </a:lnTo>
                  <a:lnTo>
                    <a:pt x="737172" y="17271"/>
                  </a:lnTo>
                  <a:lnTo>
                    <a:pt x="690748" y="7778"/>
                  </a:lnTo>
                  <a:lnTo>
                    <a:pt x="643085" y="1970"/>
                  </a:lnTo>
                  <a:lnTo>
                    <a:pt x="594337" y="0"/>
                  </a:lnTo>
                  <a:close/>
                </a:path>
              </a:pathLst>
            </a:custGeom>
            <a:solidFill>
              <a:srgbClr val="004D9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4939726" y="5819194"/>
              <a:ext cx="1528444" cy="1528445"/>
            </a:xfrm>
            <a:custGeom>
              <a:rect b="b" l="l" r="r" t="t"/>
              <a:pathLst>
                <a:path extrusionOk="0" h="1528445" w="1528444">
                  <a:moveTo>
                    <a:pt x="764738" y="0"/>
                  </a:moveTo>
                  <a:lnTo>
                    <a:pt x="716927" y="1506"/>
                  </a:lnTo>
                  <a:lnTo>
                    <a:pt x="652839" y="8152"/>
                  </a:lnTo>
                  <a:lnTo>
                    <a:pt x="605850" y="16505"/>
                  </a:lnTo>
                  <a:lnTo>
                    <a:pt x="559982" y="27633"/>
                  </a:lnTo>
                  <a:lnTo>
                    <a:pt x="515316" y="41438"/>
                  </a:lnTo>
                  <a:lnTo>
                    <a:pt x="471934" y="57824"/>
                  </a:lnTo>
                  <a:lnTo>
                    <a:pt x="429919" y="76695"/>
                  </a:lnTo>
                  <a:lnTo>
                    <a:pt x="389351" y="97954"/>
                  </a:lnTo>
                  <a:lnTo>
                    <a:pt x="350312" y="121504"/>
                  </a:lnTo>
                  <a:lnTo>
                    <a:pt x="312886" y="147249"/>
                  </a:lnTo>
                  <a:lnTo>
                    <a:pt x="277152" y="175092"/>
                  </a:lnTo>
                  <a:lnTo>
                    <a:pt x="243194" y="204936"/>
                  </a:lnTo>
                  <a:lnTo>
                    <a:pt x="211093" y="236685"/>
                  </a:lnTo>
                  <a:lnTo>
                    <a:pt x="180930" y="270243"/>
                  </a:lnTo>
                  <a:lnTo>
                    <a:pt x="152788" y="305512"/>
                  </a:lnTo>
                  <a:lnTo>
                    <a:pt x="126749" y="342396"/>
                  </a:lnTo>
                  <a:lnTo>
                    <a:pt x="102894" y="380799"/>
                  </a:lnTo>
                  <a:lnTo>
                    <a:pt x="81306" y="420624"/>
                  </a:lnTo>
                  <a:lnTo>
                    <a:pt x="62065" y="461774"/>
                  </a:lnTo>
                  <a:lnTo>
                    <a:pt x="45254" y="504153"/>
                  </a:lnTo>
                  <a:lnTo>
                    <a:pt x="30955" y="547664"/>
                  </a:lnTo>
                  <a:lnTo>
                    <a:pt x="19249" y="592210"/>
                  </a:lnTo>
                  <a:lnTo>
                    <a:pt x="10219" y="637696"/>
                  </a:lnTo>
                  <a:lnTo>
                    <a:pt x="3946" y="684023"/>
                  </a:lnTo>
                  <a:lnTo>
                    <a:pt x="512" y="731097"/>
                  </a:lnTo>
                  <a:lnTo>
                    <a:pt x="0" y="778820"/>
                  </a:lnTo>
                  <a:lnTo>
                    <a:pt x="2489" y="827095"/>
                  </a:lnTo>
                  <a:lnTo>
                    <a:pt x="8173" y="876460"/>
                  </a:lnTo>
                  <a:lnTo>
                    <a:pt x="16887" y="924725"/>
                  </a:lnTo>
                  <a:lnTo>
                    <a:pt x="28528" y="971800"/>
                  </a:lnTo>
                  <a:lnTo>
                    <a:pt x="42989" y="1017596"/>
                  </a:lnTo>
                  <a:lnTo>
                    <a:pt x="60166" y="1062025"/>
                  </a:lnTo>
                  <a:lnTo>
                    <a:pt x="79954" y="1104998"/>
                  </a:lnTo>
                  <a:lnTo>
                    <a:pt x="102249" y="1146426"/>
                  </a:lnTo>
                  <a:lnTo>
                    <a:pt x="126945" y="1186220"/>
                  </a:lnTo>
                  <a:lnTo>
                    <a:pt x="153938" y="1224290"/>
                  </a:lnTo>
                  <a:lnTo>
                    <a:pt x="183122" y="1260549"/>
                  </a:lnTo>
                  <a:lnTo>
                    <a:pt x="214393" y="1294907"/>
                  </a:lnTo>
                  <a:lnTo>
                    <a:pt x="247645" y="1327276"/>
                  </a:lnTo>
                  <a:lnTo>
                    <a:pt x="282775" y="1357566"/>
                  </a:lnTo>
                  <a:lnTo>
                    <a:pt x="319677" y="1385688"/>
                  </a:lnTo>
                  <a:lnTo>
                    <a:pt x="358246" y="1411554"/>
                  </a:lnTo>
                  <a:lnTo>
                    <a:pt x="398377" y="1435075"/>
                  </a:lnTo>
                  <a:lnTo>
                    <a:pt x="439966" y="1456161"/>
                  </a:lnTo>
                  <a:lnTo>
                    <a:pt x="482907" y="1474725"/>
                  </a:lnTo>
                  <a:lnTo>
                    <a:pt x="527096" y="1490676"/>
                  </a:lnTo>
                  <a:lnTo>
                    <a:pt x="572428" y="1503926"/>
                  </a:lnTo>
                  <a:lnTo>
                    <a:pt x="618797" y="1514387"/>
                  </a:lnTo>
                  <a:lnTo>
                    <a:pt x="666100" y="1521969"/>
                  </a:lnTo>
                  <a:lnTo>
                    <a:pt x="714230" y="1526584"/>
                  </a:lnTo>
                  <a:lnTo>
                    <a:pt x="763084" y="1528141"/>
                  </a:lnTo>
                  <a:lnTo>
                    <a:pt x="778957" y="1527978"/>
                  </a:lnTo>
                  <a:lnTo>
                    <a:pt x="826956" y="1525513"/>
                  </a:lnTo>
                  <a:lnTo>
                    <a:pt x="874983" y="1520026"/>
                  </a:lnTo>
                  <a:lnTo>
                    <a:pt x="921971" y="1511669"/>
                  </a:lnTo>
                  <a:lnTo>
                    <a:pt x="967839" y="1500537"/>
                  </a:lnTo>
                  <a:lnTo>
                    <a:pt x="1012504" y="1486728"/>
                  </a:lnTo>
                  <a:lnTo>
                    <a:pt x="1055884" y="1470339"/>
                  </a:lnTo>
                  <a:lnTo>
                    <a:pt x="1097898" y="1451465"/>
                  </a:lnTo>
                  <a:lnTo>
                    <a:pt x="1138465" y="1430203"/>
                  </a:lnTo>
                  <a:lnTo>
                    <a:pt x="1177502" y="1406651"/>
                  </a:lnTo>
                  <a:lnTo>
                    <a:pt x="1214927" y="1380904"/>
                  </a:lnTo>
                  <a:lnTo>
                    <a:pt x="1250659" y="1353059"/>
                  </a:lnTo>
                  <a:lnTo>
                    <a:pt x="1284615" y="1323213"/>
                  </a:lnTo>
                  <a:lnTo>
                    <a:pt x="1316715" y="1291462"/>
                  </a:lnTo>
                  <a:lnTo>
                    <a:pt x="1346876" y="1257904"/>
                  </a:lnTo>
                  <a:lnTo>
                    <a:pt x="1375017" y="1222633"/>
                  </a:lnTo>
                  <a:lnTo>
                    <a:pt x="1401055" y="1185748"/>
                  </a:lnTo>
                  <a:lnTo>
                    <a:pt x="1424910" y="1147344"/>
                  </a:lnTo>
                  <a:lnTo>
                    <a:pt x="1446498" y="1107519"/>
                  </a:lnTo>
                  <a:lnTo>
                    <a:pt x="1465739" y="1066368"/>
                  </a:lnTo>
                  <a:lnTo>
                    <a:pt x="1482550" y="1023989"/>
                  </a:lnTo>
                  <a:lnTo>
                    <a:pt x="1496850" y="980478"/>
                  </a:lnTo>
                  <a:lnTo>
                    <a:pt x="1508557" y="935931"/>
                  </a:lnTo>
                  <a:lnTo>
                    <a:pt x="1517589" y="890445"/>
                  </a:lnTo>
                  <a:lnTo>
                    <a:pt x="1523864" y="844118"/>
                  </a:lnTo>
                  <a:lnTo>
                    <a:pt x="1527301" y="797044"/>
                  </a:lnTo>
                  <a:lnTo>
                    <a:pt x="1527818" y="749321"/>
                  </a:lnTo>
                  <a:lnTo>
                    <a:pt x="1525333" y="701046"/>
                  </a:lnTo>
                  <a:lnTo>
                    <a:pt x="1519654" y="651681"/>
                  </a:lnTo>
                  <a:lnTo>
                    <a:pt x="1510943" y="603416"/>
                  </a:lnTo>
                  <a:lnTo>
                    <a:pt x="1499305" y="556341"/>
                  </a:lnTo>
                  <a:lnTo>
                    <a:pt x="1484845" y="510545"/>
                  </a:lnTo>
                  <a:lnTo>
                    <a:pt x="1467668" y="466116"/>
                  </a:lnTo>
                  <a:lnTo>
                    <a:pt x="1447880" y="423143"/>
                  </a:lnTo>
                  <a:lnTo>
                    <a:pt x="1425584" y="381715"/>
                  </a:lnTo>
                  <a:lnTo>
                    <a:pt x="1400886" y="341921"/>
                  </a:lnTo>
                  <a:lnTo>
                    <a:pt x="1373892" y="303850"/>
                  </a:lnTo>
                  <a:lnTo>
                    <a:pt x="1344706" y="267592"/>
                  </a:lnTo>
                  <a:lnTo>
                    <a:pt x="1313432" y="233234"/>
                  </a:lnTo>
                  <a:lnTo>
                    <a:pt x="1280177" y="200865"/>
                  </a:lnTo>
                  <a:lnTo>
                    <a:pt x="1245044" y="170575"/>
                  </a:lnTo>
                  <a:lnTo>
                    <a:pt x="1208140" y="142453"/>
                  </a:lnTo>
                  <a:lnTo>
                    <a:pt x="1169569" y="116587"/>
                  </a:lnTo>
                  <a:lnTo>
                    <a:pt x="1129436" y="93066"/>
                  </a:lnTo>
                  <a:lnTo>
                    <a:pt x="1087846" y="71980"/>
                  </a:lnTo>
                  <a:lnTo>
                    <a:pt x="1044903" y="53416"/>
                  </a:lnTo>
                  <a:lnTo>
                    <a:pt x="1000714" y="37465"/>
                  </a:lnTo>
                  <a:lnTo>
                    <a:pt x="955383" y="24214"/>
                  </a:lnTo>
                  <a:lnTo>
                    <a:pt x="909015" y="13754"/>
                  </a:lnTo>
                  <a:lnTo>
                    <a:pt x="861715" y="6172"/>
                  </a:lnTo>
                  <a:lnTo>
                    <a:pt x="813587" y="1557"/>
                  </a:lnTo>
                  <a:lnTo>
                    <a:pt x="764738" y="0"/>
                  </a:lnTo>
                  <a:close/>
                </a:path>
              </a:pathLst>
            </a:custGeom>
            <a:solidFill>
              <a:srgbClr val="F1F0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5108961" y="5988609"/>
              <a:ext cx="1188719" cy="1188720"/>
            </a:xfrm>
            <a:custGeom>
              <a:rect b="b" l="l" r="r" t="t"/>
              <a:pathLst>
                <a:path extrusionOk="0" h="1188720" w="1188719">
                  <a:moveTo>
                    <a:pt x="594296" y="0"/>
                  </a:moveTo>
                  <a:lnTo>
                    <a:pt x="545554" y="1970"/>
                  </a:lnTo>
                  <a:lnTo>
                    <a:pt x="497898" y="7778"/>
                  </a:lnTo>
                  <a:lnTo>
                    <a:pt x="451479" y="17271"/>
                  </a:lnTo>
                  <a:lnTo>
                    <a:pt x="406452" y="30297"/>
                  </a:lnTo>
                  <a:lnTo>
                    <a:pt x="362969" y="46703"/>
                  </a:lnTo>
                  <a:lnTo>
                    <a:pt x="321182" y="66335"/>
                  </a:lnTo>
                  <a:lnTo>
                    <a:pt x="281246" y="89041"/>
                  </a:lnTo>
                  <a:lnTo>
                    <a:pt x="243312" y="114667"/>
                  </a:lnTo>
                  <a:lnTo>
                    <a:pt x="207534" y="143061"/>
                  </a:lnTo>
                  <a:lnTo>
                    <a:pt x="174065" y="174070"/>
                  </a:lnTo>
                  <a:lnTo>
                    <a:pt x="143057" y="207541"/>
                  </a:lnTo>
                  <a:lnTo>
                    <a:pt x="114664" y="243321"/>
                  </a:lnTo>
                  <a:lnTo>
                    <a:pt x="89039" y="281257"/>
                  </a:lnTo>
                  <a:lnTo>
                    <a:pt x="66334" y="321197"/>
                  </a:lnTo>
                  <a:lnTo>
                    <a:pt x="46702" y="362986"/>
                  </a:lnTo>
                  <a:lnTo>
                    <a:pt x="30297" y="406474"/>
                  </a:lnTo>
                  <a:lnTo>
                    <a:pt x="17271" y="451505"/>
                  </a:lnTo>
                  <a:lnTo>
                    <a:pt x="7778" y="497928"/>
                  </a:lnTo>
                  <a:lnTo>
                    <a:pt x="1970" y="545590"/>
                  </a:lnTo>
                  <a:lnTo>
                    <a:pt x="0" y="594337"/>
                  </a:lnTo>
                  <a:lnTo>
                    <a:pt x="1970" y="643085"/>
                  </a:lnTo>
                  <a:lnTo>
                    <a:pt x="7778" y="690747"/>
                  </a:lnTo>
                  <a:lnTo>
                    <a:pt x="17271" y="737170"/>
                  </a:lnTo>
                  <a:lnTo>
                    <a:pt x="30297" y="782201"/>
                  </a:lnTo>
                  <a:lnTo>
                    <a:pt x="46702" y="825688"/>
                  </a:lnTo>
                  <a:lnTo>
                    <a:pt x="66334" y="867478"/>
                  </a:lnTo>
                  <a:lnTo>
                    <a:pt x="89039" y="907417"/>
                  </a:lnTo>
                  <a:lnTo>
                    <a:pt x="114664" y="945354"/>
                  </a:lnTo>
                  <a:lnTo>
                    <a:pt x="143057" y="981134"/>
                  </a:lnTo>
                  <a:lnTo>
                    <a:pt x="174065" y="1014605"/>
                  </a:lnTo>
                  <a:lnTo>
                    <a:pt x="207534" y="1045614"/>
                  </a:lnTo>
                  <a:lnTo>
                    <a:pt x="243312" y="1074008"/>
                  </a:lnTo>
                  <a:lnTo>
                    <a:pt x="281246" y="1099634"/>
                  </a:lnTo>
                  <a:lnTo>
                    <a:pt x="321182" y="1122340"/>
                  </a:lnTo>
                  <a:lnTo>
                    <a:pt x="362969" y="1141972"/>
                  </a:lnTo>
                  <a:lnTo>
                    <a:pt x="406452" y="1158377"/>
                  </a:lnTo>
                  <a:lnTo>
                    <a:pt x="451479" y="1171403"/>
                  </a:lnTo>
                  <a:lnTo>
                    <a:pt x="497898" y="1180897"/>
                  </a:lnTo>
                  <a:lnTo>
                    <a:pt x="545554" y="1186705"/>
                  </a:lnTo>
                  <a:lnTo>
                    <a:pt x="594296" y="1188675"/>
                  </a:lnTo>
                  <a:lnTo>
                    <a:pt x="643043" y="1186705"/>
                  </a:lnTo>
                  <a:lnTo>
                    <a:pt x="690706" y="1180897"/>
                  </a:lnTo>
                  <a:lnTo>
                    <a:pt x="737130" y="1171403"/>
                  </a:lnTo>
                  <a:lnTo>
                    <a:pt x="782164" y="1158377"/>
                  </a:lnTo>
                  <a:lnTo>
                    <a:pt x="825653" y="1141972"/>
                  </a:lnTo>
                  <a:lnTo>
                    <a:pt x="867445" y="1122340"/>
                  </a:lnTo>
                  <a:lnTo>
                    <a:pt x="907387" y="1099634"/>
                  </a:lnTo>
                  <a:lnTo>
                    <a:pt x="945327" y="1074008"/>
                  </a:lnTo>
                  <a:lnTo>
                    <a:pt x="981110" y="1045614"/>
                  </a:lnTo>
                  <a:lnTo>
                    <a:pt x="1014584" y="1014605"/>
                  </a:lnTo>
                  <a:lnTo>
                    <a:pt x="1045596" y="981134"/>
                  </a:lnTo>
                  <a:lnTo>
                    <a:pt x="1073993" y="945354"/>
                  </a:lnTo>
                  <a:lnTo>
                    <a:pt x="1099622" y="907417"/>
                  </a:lnTo>
                  <a:lnTo>
                    <a:pt x="1122331" y="867478"/>
                  </a:lnTo>
                  <a:lnTo>
                    <a:pt x="1141965" y="825688"/>
                  </a:lnTo>
                  <a:lnTo>
                    <a:pt x="1158373" y="782201"/>
                  </a:lnTo>
                  <a:lnTo>
                    <a:pt x="1171401" y="737170"/>
                  </a:lnTo>
                  <a:lnTo>
                    <a:pt x="1180896" y="690747"/>
                  </a:lnTo>
                  <a:lnTo>
                    <a:pt x="1186705" y="643085"/>
                  </a:lnTo>
                  <a:lnTo>
                    <a:pt x="1188675" y="594337"/>
                  </a:lnTo>
                  <a:lnTo>
                    <a:pt x="1186705" y="545590"/>
                  </a:lnTo>
                  <a:lnTo>
                    <a:pt x="1180896" y="497928"/>
                  </a:lnTo>
                  <a:lnTo>
                    <a:pt x="1171401" y="451505"/>
                  </a:lnTo>
                  <a:lnTo>
                    <a:pt x="1158373" y="406474"/>
                  </a:lnTo>
                  <a:lnTo>
                    <a:pt x="1141965" y="362986"/>
                  </a:lnTo>
                  <a:lnTo>
                    <a:pt x="1122331" y="321197"/>
                  </a:lnTo>
                  <a:lnTo>
                    <a:pt x="1099622" y="281257"/>
                  </a:lnTo>
                  <a:lnTo>
                    <a:pt x="1073993" y="243321"/>
                  </a:lnTo>
                  <a:lnTo>
                    <a:pt x="1045596" y="207541"/>
                  </a:lnTo>
                  <a:lnTo>
                    <a:pt x="1014584" y="174070"/>
                  </a:lnTo>
                  <a:lnTo>
                    <a:pt x="981110" y="143061"/>
                  </a:lnTo>
                  <a:lnTo>
                    <a:pt x="945327" y="114667"/>
                  </a:lnTo>
                  <a:lnTo>
                    <a:pt x="907387" y="89041"/>
                  </a:lnTo>
                  <a:lnTo>
                    <a:pt x="867445" y="66335"/>
                  </a:lnTo>
                  <a:lnTo>
                    <a:pt x="825653" y="46703"/>
                  </a:lnTo>
                  <a:lnTo>
                    <a:pt x="782164" y="30297"/>
                  </a:lnTo>
                  <a:lnTo>
                    <a:pt x="737130" y="17271"/>
                  </a:lnTo>
                  <a:lnTo>
                    <a:pt x="690706" y="7778"/>
                  </a:lnTo>
                  <a:lnTo>
                    <a:pt x="643043" y="1970"/>
                  </a:lnTo>
                  <a:lnTo>
                    <a:pt x="594296" y="0"/>
                  </a:lnTo>
                  <a:close/>
                </a:path>
              </a:pathLst>
            </a:custGeom>
            <a:solidFill>
              <a:srgbClr val="5E5C5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4939751" y="4038839"/>
              <a:ext cx="1528444" cy="1528445"/>
            </a:xfrm>
            <a:custGeom>
              <a:rect b="b" l="l" r="r" t="t"/>
              <a:pathLst>
                <a:path extrusionOk="0" h="1528445" w="1528444">
                  <a:moveTo>
                    <a:pt x="764865" y="0"/>
                  </a:moveTo>
                  <a:lnTo>
                    <a:pt x="716858" y="1512"/>
                  </a:lnTo>
                  <a:lnTo>
                    <a:pt x="669177" y="6021"/>
                  </a:lnTo>
                  <a:lnTo>
                    <a:pt x="621965" y="13483"/>
                  </a:lnTo>
                  <a:lnTo>
                    <a:pt x="575366" y="23854"/>
                  </a:lnTo>
                  <a:lnTo>
                    <a:pt x="529523" y="37091"/>
                  </a:lnTo>
                  <a:lnTo>
                    <a:pt x="484580" y="53151"/>
                  </a:lnTo>
                  <a:lnTo>
                    <a:pt x="440679" y="71990"/>
                  </a:lnTo>
                  <a:lnTo>
                    <a:pt x="397965" y="93565"/>
                  </a:lnTo>
                  <a:lnTo>
                    <a:pt x="356580" y="117831"/>
                  </a:lnTo>
                  <a:lnTo>
                    <a:pt x="316668" y="144747"/>
                  </a:lnTo>
                  <a:lnTo>
                    <a:pt x="278372" y="174268"/>
                  </a:lnTo>
                  <a:lnTo>
                    <a:pt x="241837" y="206351"/>
                  </a:lnTo>
                  <a:lnTo>
                    <a:pt x="207204" y="240952"/>
                  </a:lnTo>
                  <a:lnTo>
                    <a:pt x="174618" y="278028"/>
                  </a:lnTo>
                  <a:lnTo>
                    <a:pt x="144221" y="317536"/>
                  </a:lnTo>
                  <a:lnTo>
                    <a:pt x="116158" y="359432"/>
                  </a:lnTo>
                  <a:lnTo>
                    <a:pt x="90572" y="403673"/>
                  </a:lnTo>
                  <a:lnTo>
                    <a:pt x="69094" y="446982"/>
                  </a:lnTo>
                  <a:lnTo>
                    <a:pt x="50592" y="490978"/>
                  </a:lnTo>
                  <a:lnTo>
                    <a:pt x="35028" y="535539"/>
                  </a:lnTo>
                  <a:lnTo>
                    <a:pt x="22366" y="580545"/>
                  </a:lnTo>
                  <a:lnTo>
                    <a:pt x="12568" y="625874"/>
                  </a:lnTo>
                  <a:lnTo>
                    <a:pt x="5599" y="671404"/>
                  </a:lnTo>
                  <a:lnTo>
                    <a:pt x="1422" y="717016"/>
                  </a:lnTo>
                  <a:lnTo>
                    <a:pt x="0" y="762587"/>
                  </a:lnTo>
                  <a:lnTo>
                    <a:pt x="1295" y="807997"/>
                  </a:lnTo>
                  <a:lnTo>
                    <a:pt x="5273" y="853124"/>
                  </a:lnTo>
                  <a:lnTo>
                    <a:pt x="11895" y="897848"/>
                  </a:lnTo>
                  <a:lnTo>
                    <a:pt x="21126" y="942047"/>
                  </a:lnTo>
                  <a:lnTo>
                    <a:pt x="32928" y="985599"/>
                  </a:lnTo>
                  <a:lnTo>
                    <a:pt x="47265" y="1028384"/>
                  </a:lnTo>
                  <a:lnTo>
                    <a:pt x="64101" y="1070281"/>
                  </a:lnTo>
                  <a:lnTo>
                    <a:pt x="83398" y="1111169"/>
                  </a:lnTo>
                  <a:lnTo>
                    <a:pt x="105119" y="1150925"/>
                  </a:lnTo>
                  <a:lnTo>
                    <a:pt x="129229" y="1189430"/>
                  </a:lnTo>
                  <a:lnTo>
                    <a:pt x="155691" y="1226562"/>
                  </a:lnTo>
                  <a:lnTo>
                    <a:pt x="184467" y="1262199"/>
                  </a:lnTo>
                  <a:lnTo>
                    <a:pt x="215522" y="1296221"/>
                  </a:lnTo>
                  <a:lnTo>
                    <a:pt x="248818" y="1328507"/>
                  </a:lnTo>
                  <a:lnTo>
                    <a:pt x="284318" y="1358935"/>
                  </a:lnTo>
                  <a:lnTo>
                    <a:pt x="321987" y="1387384"/>
                  </a:lnTo>
                  <a:lnTo>
                    <a:pt x="361788" y="1413733"/>
                  </a:lnTo>
                  <a:lnTo>
                    <a:pt x="403683" y="1437861"/>
                  </a:lnTo>
                  <a:lnTo>
                    <a:pt x="453372" y="1462217"/>
                  </a:lnTo>
                  <a:lnTo>
                    <a:pt x="503935" y="1482672"/>
                  </a:lnTo>
                  <a:lnTo>
                    <a:pt x="555191" y="1499284"/>
                  </a:lnTo>
                  <a:lnTo>
                    <a:pt x="606960" y="1512107"/>
                  </a:lnTo>
                  <a:lnTo>
                    <a:pt x="659063" y="1521198"/>
                  </a:lnTo>
                  <a:lnTo>
                    <a:pt x="711318" y="1526611"/>
                  </a:lnTo>
                  <a:lnTo>
                    <a:pt x="763546" y="1528403"/>
                  </a:lnTo>
                  <a:lnTo>
                    <a:pt x="811553" y="1526891"/>
                  </a:lnTo>
                  <a:lnTo>
                    <a:pt x="859234" y="1522382"/>
                  </a:lnTo>
                  <a:lnTo>
                    <a:pt x="906446" y="1514920"/>
                  </a:lnTo>
                  <a:lnTo>
                    <a:pt x="953045" y="1504549"/>
                  </a:lnTo>
                  <a:lnTo>
                    <a:pt x="998888" y="1491312"/>
                  </a:lnTo>
                  <a:lnTo>
                    <a:pt x="1043832" y="1475252"/>
                  </a:lnTo>
                  <a:lnTo>
                    <a:pt x="1087732" y="1456413"/>
                  </a:lnTo>
                  <a:lnTo>
                    <a:pt x="1130447" y="1434839"/>
                  </a:lnTo>
                  <a:lnTo>
                    <a:pt x="1171832" y="1410573"/>
                  </a:lnTo>
                  <a:lnTo>
                    <a:pt x="1211743" y="1383658"/>
                  </a:lnTo>
                  <a:lnTo>
                    <a:pt x="1250039" y="1354138"/>
                  </a:lnTo>
                  <a:lnTo>
                    <a:pt x="1286575" y="1322056"/>
                  </a:lnTo>
                  <a:lnTo>
                    <a:pt x="1321207" y="1287455"/>
                  </a:lnTo>
                  <a:lnTo>
                    <a:pt x="1353794" y="1250380"/>
                  </a:lnTo>
                  <a:lnTo>
                    <a:pt x="1384190" y="1210874"/>
                  </a:lnTo>
                  <a:lnTo>
                    <a:pt x="1412253" y="1168979"/>
                  </a:lnTo>
                  <a:lnTo>
                    <a:pt x="1437840" y="1124740"/>
                  </a:lnTo>
                  <a:lnTo>
                    <a:pt x="1459316" y="1081430"/>
                  </a:lnTo>
                  <a:lnTo>
                    <a:pt x="1477817" y="1037434"/>
                  </a:lnTo>
                  <a:lnTo>
                    <a:pt x="1493381" y="992872"/>
                  </a:lnTo>
                  <a:lnTo>
                    <a:pt x="1506042" y="947866"/>
                  </a:lnTo>
                  <a:lnTo>
                    <a:pt x="1515839" y="902538"/>
                  </a:lnTo>
                  <a:lnTo>
                    <a:pt x="1522808" y="857008"/>
                  </a:lnTo>
                  <a:lnTo>
                    <a:pt x="1526986" y="811397"/>
                  </a:lnTo>
                  <a:lnTo>
                    <a:pt x="1528408" y="765826"/>
                  </a:lnTo>
                  <a:lnTo>
                    <a:pt x="1527113" y="720418"/>
                  </a:lnTo>
                  <a:lnTo>
                    <a:pt x="1523136" y="675292"/>
                  </a:lnTo>
                  <a:lnTo>
                    <a:pt x="1516514" y="630570"/>
                  </a:lnTo>
                  <a:lnTo>
                    <a:pt x="1507284" y="586373"/>
                  </a:lnTo>
                  <a:lnTo>
                    <a:pt x="1495483" y="542822"/>
                  </a:lnTo>
                  <a:lnTo>
                    <a:pt x="1481147" y="500039"/>
                  </a:lnTo>
                  <a:lnTo>
                    <a:pt x="1464313" y="458144"/>
                  </a:lnTo>
                  <a:lnTo>
                    <a:pt x="1445018" y="417258"/>
                  </a:lnTo>
                  <a:lnTo>
                    <a:pt x="1423298" y="377504"/>
                  </a:lnTo>
                  <a:lnTo>
                    <a:pt x="1399190" y="339001"/>
                  </a:lnTo>
                  <a:lnTo>
                    <a:pt x="1372731" y="301871"/>
                  </a:lnTo>
                  <a:lnTo>
                    <a:pt x="1343957" y="266236"/>
                  </a:lnTo>
                  <a:lnTo>
                    <a:pt x="1312905" y="232215"/>
                  </a:lnTo>
                  <a:lnTo>
                    <a:pt x="1279612" y="199932"/>
                  </a:lnTo>
                  <a:lnTo>
                    <a:pt x="1244114" y="169505"/>
                  </a:lnTo>
                  <a:lnTo>
                    <a:pt x="1206449" y="141058"/>
                  </a:lnTo>
                  <a:lnTo>
                    <a:pt x="1166652" y="114710"/>
                  </a:lnTo>
                  <a:lnTo>
                    <a:pt x="1124760" y="90583"/>
                  </a:lnTo>
                  <a:lnTo>
                    <a:pt x="1075069" y="66225"/>
                  </a:lnTo>
                  <a:lnTo>
                    <a:pt x="1024502" y="45764"/>
                  </a:lnTo>
                  <a:lnTo>
                    <a:pt x="973240" y="29144"/>
                  </a:lnTo>
                  <a:lnTo>
                    <a:pt x="921463" y="16312"/>
                  </a:lnTo>
                  <a:lnTo>
                    <a:pt x="869355" y="7213"/>
                  </a:lnTo>
                  <a:lnTo>
                    <a:pt x="817095" y="1794"/>
                  </a:lnTo>
                  <a:lnTo>
                    <a:pt x="764865" y="0"/>
                  </a:lnTo>
                  <a:close/>
                </a:path>
              </a:pathLst>
            </a:custGeom>
            <a:solidFill>
              <a:srgbClr val="F1F0F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15108888" y="4208363"/>
              <a:ext cx="1188719" cy="1188720"/>
            </a:xfrm>
            <a:custGeom>
              <a:rect b="b" l="l" r="r" t="t"/>
              <a:pathLst>
                <a:path extrusionOk="0" h="1188720" w="1188719">
                  <a:moveTo>
                    <a:pt x="594337" y="0"/>
                  </a:moveTo>
                  <a:lnTo>
                    <a:pt x="545590" y="1970"/>
                  </a:lnTo>
                  <a:lnTo>
                    <a:pt x="497928" y="7778"/>
                  </a:lnTo>
                  <a:lnTo>
                    <a:pt x="451505" y="17271"/>
                  </a:lnTo>
                  <a:lnTo>
                    <a:pt x="406474" y="30297"/>
                  </a:lnTo>
                  <a:lnTo>
                    <a:pt x="362986" y="46703"/>
                  </a:lnTo>
                  <a:lnTo>
                    <a:pt x="321197" y="66335"/>
                  </a:lnTo>
                  <a:lnTo>
                    <a:pt x="281257" y="89041"/>
                  </a:lnTo>
                  <a:lnTo>
                    <a:pt x="243321" y="114667"/>
                  </a:lnTo>
                  <a:lnTo>
                    <a:pt x="207541" y="143061"/>
                  </a:lnTo>
                  <a:lnTo>
                    <a:pt x="174070" y="174070"/>
                  </a:lnTo>
                  <a:lnTo>
                    <a:pt x="143061" y="207541"/>
                  </a:lnTo>
                  <a:lnTo>
                    <a:pt x="114667" y="243321"/>
                  </a:lnTo>
                  <a:lnTo>
                    <a:pt x="89041" y="281257"/>
                  </a:lnTo>
                  <a:lnTo>
                    <a:pt x="66335" y="321197"/>
                  </a:lnTo>
                  <a:lnTo>
                    <a:pt x="46703" y="362986"/>
                  </a:lnTo>
                  <a:lnTo>
                    <a:pt x="30297" y="406474"/>
                  </a:lnTo>
                  <a:lnTo>
                    <a:pt x="17271" y="451505"/>
                  </a:lnTo>
                  <a:lnTo>
                    <a:pt x="7778" y="497928"/>
                  </a:lnTo>
                  <a:lnTo>
                    <a:pt x="1970" y="545590"/>
                  </a:lnTo>
                  <a:lnTo>
                    <a:pt x="0" y="594337"/>
                  </a:lnTo>
                  <a:lnTo>
                    <a:pt x="1970" y="643085"/>
                  </a:lnTo>
                  <a:lnTo>
                    <a:pt x="7778" y="690747"/>
                  </a:lnTo>
                  <a:lnTo>
                    <a:pt x="17271" y="737170"/>
                  </a:lnTo>
                  <a:lnTo>
                    <a:pt x="30297" y="782201"/>
                  </a:lnTo>
                  <a:lnTo>
                    <a:pt x="46703" y="825688"/>
                  </a:lnTo>
                  <a:lnTo>
                    <a:pt x="66335" y="867478"/>
                  </a:lnTo>
                  <a:lnTo>
                    <a:pt x="89041" y="907417"/>
                  </a:lnTo>
                  <a:lnTo>
                    <a:pt x="114667" y="945354"/>
                  </a:lnTo>
                  <a:lnTo>
                    <a:pt x="143061" y="981134"/>
                  </a:lnTo>
                  <a:lnTo>
                    <a:pt x="174070" y="1014605"/>
                  </a:lnTo>
                  <a:lnTo>
                    <a:pt x="207541" y="1045614"/>
                  </a:lnTo>
                  <a:lnTo>
                    <a:pt x="243321" y="1074008"/>
                  </a:lnTo>
                  <a:lnTo>
                    <a:pt x="281257" y="1099634"/>
                  </a:lnTo>
                  <a:lnTo>
                    <a:pt x="321197" y="1122340"/>
                  </a:lnTo>
                  <a:lnTo>
                    <a:pt x="362986" y="1141972"/>
                  </a:lnTo>
                  <a:lnTo>
                    <a:pt x="406474" y="1158377"/>
                  </a:lnTo>
                  <a:lnTo>
                    <a:pt x="451505" y="1171403"/>
                  </a:lnTo>
                  <a:lnTo>
                    <a:pt x="497928" y="1180897"/>
                  </a:lnTo>
                  <a:lnTo>
                    <a:pt x="545590" y="1186705"/>
                  </a:lnTo>
                  <a:lnTo>
                    <a:pt x="594337" y="1188675"/>
                  </a:lnTo>
                  <a:lnTo>
                    <a:pt x="643083" y="1186705"/>
                  </a:lnTo>
                  <a:lnTo>
                    <a:pt x="690744" y="1180897"/>
                  </a:lnTo>
                  <a:lnTo>
                    <a:pt x="737166" y="1171403"/>
                  </a:lnTo>
                  <a:lnTo>
                    <a:pt x="782197" y="1158377"/>
                  </a:lnTo>
                  <a:lnTo>
                    <a:pt x="825684" y="1141972"/>
                  </a:lnTo>
                  <a:lnTo>
                    <a:pt x="867473" y="1122340"/>
                  </a:lnTo>
                  <a:lnTo>
                    <a:pt x="907413" y="1099634"/>
                  </a:lnTo>
                  <a:lnTo>
                    <a:pt x="945349" y="1074008"/>
                  </a:lnTo>
                  <a:lnTo>
                    <a:pt x="981129" y="1045614"/>
                  </a:lnTo>
                  <a:lnTo>
                    <a:pt x="1014601" y="1014605"/>
                  </a:lnTo>
                  <a:lnTo>
                    <a:pt x="1045610" y="981134"/>
                  </a:lnTo>
                  <a:lnTo>
                    <a:pt x="1074005" y="945354"/>
                  </a:lnTo>
                  <a:lnTo>
                    <a:pt x="1099632" y="907417"/>
                  </a:lnTo>
                  <a:lnTo>
                    <a:pt x="1122338" y="867478"/>
                  </a:lnTo>
                  <a:lnTo>
                    <a:pt x="1141970" y="825688"/>
                  </a:lnTo>
                  <a:lnTo>
                    <a:pt x="1158376" y="782201"/>
                  </a:lnTo>
                  <a:lnTo>
                    <a:pt x="1171403" y="737170"/>
                  </a:lnTo>
                  <a:lnTo>
                    <a:pt x="1180897" y="690747"/>
                  </a:lnTo>
                  <a:lnTo>
                    <a:pt x="1186705" y="643085"/>
                  </a:lnTo>
                  <a:lnTo>
                    <a:pt x="1188675" y="594337"/>
                  </a:lnTo>
                  <a:lnTo>
                    <a:pt x="1186705" y="545590"/>
                  </a:lnTo>
                  <a:lnTo>
                    <a:pt x="1180897" y="497928"/>
                  </a:lnTo>
                  <a:lnTo>
                    <a:pt x="1171403" y="451505"/>
                  </a:lnTo>
                  <a:lnTo>
                    <a:pt x="1158376" y="406474"/>
                  </a:lnTo>
                  <a:lnTo>
                    <a:pt x="1141970" y="362986"/>
                  </a:lnTo>
                  <a:lnTo>
                    <a:pt x="1122338" y="321197"/>
                  </a:lnTo>
                  <a:lnTo>
                    <a:pt x="1099632" y="281257"/>
                  </a:lnTo>
                  <a:lnTo>
                    <a:pt x="1074005" y="243321"/>
                  </a:lnTo>
                  <a:lnTo>
                    <a:pt x="1045610" y="207541"/>
                  </a:lnTo>
                  <a:lnTo>
                    <a:pt x="1014601" y="174070"/>
                  </a:lnTo>
                  <a:lnTo>
                    <a:pt x="981129" y="143061"/>
                  </a:lnTo>
                  <a:lnTo>
                    <a:pt x="945349" y="114667"/>
                  </a:lnTo>
                  <a:lnTo>
                    <a:pt x="907413" y="89041"/>
                  </a:lnTo>
                  <a:lnTo>
                    <a:pt x="867473" y="66335"/>
                  </a:lnTo>
                  <a:lnTo>
                    <a:pt x="825684" y="46703"/>
                  </a:lnTo>
                  <a:lnTo>
                    <a:pt x="782197" y="30297"/>
                  </a:lnTo>
                  <a:lnTo>
                    <a:pt x="737166" y="17271"/>
                  </a:lnTo>
                  <a:lnTo>
                    <a:pt x="690744" y="7778"/>
                  </a:lnTo>
                  <a:lnTo>
                    <a:pt x="643083" y="1970"/>
                  </a:lnTo>
                  <a:lnTo>
                    <a:pt x="594337" y="0"/>
                  </a:lnTo>
                  <a:close/>
                </a:path>
              </a:pathLst>
            </a:custGeom>
            <a:solidFill>
              <a:srgbClr val="C1BEB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4" name="Google Shape;144;p4"/>
          <p:cNvSpPr txBox="1"/>
          <p:nvPr/>
        </p:nvSpPr>
        <p:spPr>
          <a:xfrm>
            <a:off x="16668750" y="2627575"/>
            <a:ext cx="17736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16481825" y="2824650"/>
            <a:ext cx="23976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Приятные цвета</a:t>
            </a:r>
            <a:endParaRPr sz="2300"/>
          </a:p>
        </p:txBody>
      </p:sp>
      <p:sp>
        <p:nvSpPr>
          <p:cNvPr id="146" name="Google Shape;146;p4"/>
          <p:cNvSpPr txBox="1"/>
          <p:nvPr/>
        </p:nvSpPr>
        <p:spPr>
          <a:xfrm>
            <a:off x="16481825" y="4424413"/>
            <a:ext cx="23976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Полноэкранный режим</a:t>
            </a:r>
            <a:endParaRPr sz="2300"/>
          </a:p>
        </p:txBody>
      </p:sp>
      <p:sp>
        <p:nvSpPr>
          <p:cNvPr id="147" name="Google Shape;147;p4"/>
          <p:cNvSpPr txBox="1"/>
          <p:nvPr/>
        </p:nvSpPr>
        <p:spPr>
          <a:xfrm>
            <a:off x="16481825" y="6118325"/>
            <a:ext cx="23976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HUD (Интерфейс)</a:t>
            </a:r>
            <a:endParaRPr sz="2300"/>
          </a:p>
        </p:txBody>
      </p:sp>
      <p:sp>
        <p:nvSpPr>
          <p:cNvPr id="148" name="Google Shape;148;p4"/>
          <p:cNvSpPr txBox="1"/>
          <p:nvPr/>
        </p:nvSpPr>
        <p:spPr>
          <a:xfrm>
            <a:off x="1331575" y="8096250"/>
            <a:ext cx="3841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Цветовая палитра</a:t>
            </a:r>
            <a:endParaRPr b="1" sz="3000"/>
          </a:p>
        </p:txBody>
      </p:sp>
      <p:sp>
        <p:nvSpPr>
          <p:cNvPr id="149" name="Google Shape;149;p4"/>
          <p:cNvSpPr txBox="1"/>
          <p:nvPr/>
        </p:nvSpPr>
        <p:spPr>
          <a:xfrm>
            <a:off x="1331575" y="8752950"/>
            <a:ext cx="3693600" cy="1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5E5C5C"/>
                </a:solidFill>
              </a:rPr>
              <a:t>Цвета специально подобраны под </a:t>
            </a:r>
            <a:r>
              <a:rPr lang="en-US" sz="3000">
                <a:solidFill>
                  <a:srgbClr val="5E5C5C"/>
                </a:solidFill>
              </a:rPr>
              <a:t>универсальные</a:t>
            </a:r>
            <a:r>
              <a:rPr lang="en-US" sz="3000">
                <a:solidFill>
                  <a:srgbClr val="5E5C5C"/>
                </a:solidFill>
              </a:rPr>
              <a:t> вкусы пользователей</a:t>
            </a:r>
            <a:endParaRPr sz="3000">
              <a:solidFill>
                <a:srgbClr val="5E5C5C"/>
              </a:solidFill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855875" y="8096250"/>
            <a:ext cx="3841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Изображение</a:t>
            </a:r>
            <a:endParaRPr b="1" sz="3000"/>
          </a:p>
        </p:txBody>
      </p:sp>
      <p:sp>
        <p:nvSpPr>
          <p:cNvPr id="151" name="Google Shape;151;p4"/>
          <p:cNvSpPr txBox="1"/>
          <p:nvPr/>
        </p:nvSpPr>
        <p:spPr>
          <a:xfrm>
            <a:off x="7855875" y="8752950"/>
            <a:ext cx="3693600" cy="1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5E5C5C"/>
                </a:solidFill>
              </a:rPr>
              <a:t>Добавлен адаптивный полноэкранный режим</a:t>
            </a:r>
            <a:endParaRPr sz="3000">
              <a:solidFill>
                <a:srgbClr val="5E5C5C"/>
              </a:solidFill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4380175" y="8096250"/>
            <a:ext cx="3841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HUD</a:t>
            </a:r>
            <a:endParaRPr b="1" sz="3000"/>
          </a:p>
        </p:txBody>
      </p:sp>
      <p:sp>
        <p:nvSpPr>
          <p:cNvPr id="153" name="Google Shape;153;p4"/>
          <p:cNvSpPr txBox="1"/>
          <p:nvPr/>
        </p:nvSpPr>
        <p:spPr>
          <a:xfrm>
            <a:off x="14380175" y="8752950"/>
            <a:ext cx="3693600" cy="1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5E5C5C"/>
                </a:solidFill>
              </a:rPr>
              <a:t>Есть элементы HUD: Кол-во попыток (жизни) и кол-во очков</a:t>
            </a:r>
            <a:endParaRPr sz="3000">
              <a:solidFill>
                <a:srgbClr val="5E5C5C"/>
              </a:solidFill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173075" y="9098000"/>
            <a:ext cx="2099700" cy="7389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1549475" y="9098000"/>
            <a:ext cx="2099700" cy="7389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91200" y="377725"/>
            <a:ext cx="68154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Игровой процесс</a:t>
            </a:r>
            <a:endParaRPr b="1" sz="4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a6391a93a_0_76"/>
          <p:cNvSpPr txBox="1"/>
          <p:nvPr/>
        </p:nvSpPr>
        <p:spPr>
          <a:xfrm>
            <a:off x="591200" y="377725"/>
            <a:ext cx="68154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/>
              <a:t>Проект на GitHub</a:t>
            </a:r>
            <a:endParaRPr b="1" sz="4200"/>
          </a:p>
        </p:txBody>
      </p:sp>
      <p:sp>
        <p:nvSpPr>
          <p:cNvPr id="162" name="Google Shape;162;g3ea6391a93a_0_76"/>
          <p:cNvSpPr txBox="1"/>
          <p:nvPr/>
        </p:nvSpPr>
        <p:spPr>
          <a:xfrm>
            <a:off x="788275" y="1625825"/>
            <a:ext cx="4302600" cy="90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В целях контроля версий, мобильности и прочих возможностей, проект было решено выложить на хостинг исходного кода GitHub</a:t>
            </a:r>
            <a:endParaRPr sz="3000"/>
          </a:p>
        </p:txBody>
      </p:sp>
      <p:pic>
        <p:nvPicPr>
          <p:cNvPr id="163" name="Google Shape;163;g3ea6391a93a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5225" y="919650"/>
            <a:ext cx="11705901" cy="83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0" y="0"/>
            <a:ext cx="20104099" cy="11308715"/>
            <a:chOff x="0" y="0"/>
            <a:chExt cx="20104099" cy="11308715"/>
          </a:xfrm>
        </p:grpSpPr>
        <p:pic>
          <p:nvPicPr>
            <p:cNvPr id="169" name="Google Shape;1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099" cy="113085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7"/>
            <p:cNvSpPr/>
            <p:nvPr/>
          </p:nvSpPr>
          <p:spPr>
            <a:xfrm>
              <a:off x="1179398" y="1003318"/>
              <a:ext cx="3237230" cy="1956435"/>
            </a:xfrm>
            <a:custGeom>
              <a:rect b="b" l="l" r="r" t="t"/>
              <a:pathLst>
                <a:path extrusionOk="0" h="1956435" w="3237229">
                  <a:moveTo>
                    <a:pt x="1703844" y="559676"/>
                  </a:moveTo>
                  <a:lnTo>
                    <a:pt x="1659839" y="546646"/>
                  </a:lnTo>
                  <a:lnTo>
                    <a:pt x="1615986" y="537451"/>
                  </a:lnTo>
                  <a:lnTo>
                    <a:pt x="1572399" y="532206"/>
                  </a:lnTo>
                  <a:lnTo>
                    <a:pt x="1529194" y="531050"/>
                  </a:lnTo>
                  <a:lnTo>
                    <a:pt x="1486484" y="534111"/>
                  </a:lnTo>
                  <a:lnTo>
                    <a:pt x="1444409" y="541528"/>
                  </a:lnTo>
                  <a:lnTo>
                    <a:pt x="1403083" y="553427"/>
                  </a:lnTo>
                  <a:lnTo>
                    <a:pt x="1362621" y="569937"/>
                  </a:lnTo>
                  <a:lnTo>
                    <a:pt x="1323149" y="591197"/>
                  </a:lnTo>
                  <a:lnTo>
                    <a:pt x="1284795" y="617321"/>
                  </a:lnTo>
                  <a:lnTo>
                    <a:pt x="1247673" y="648462"/>
                  </a:lnTo>
                  <a:lnTo>
                    <a:pt x="1211897" y="684733"/>
                  </a:lnTo>
                  <a:lnTo>
                    <a:pt x="1177607" y="726274"/>
                  </a:lnTo>
                  <a:lnTo>
                    <a:pt x="1150493" y="766305"/>
                  </a:lnTo>
                  <a:lnTo>
                    <a:pt x="1126121" y="810945"/>
                  </a:lnTo>
                  <a:lnTo>
                    <a:pt x="1105471" y="858418"/>
                  </a:lnTo>
                  <a:lnTo>
                    <a:pt x="1089533" y="906970"/>
                  </a:lnTo>
                  <a:lnTo>
                    <a:pt x="1079322" y="954862"/>
                  </a:lnTo>
                  <a:lnTo>
                    <a:pt x="1075829" y="1000328"/>
                  </a:lnTo>
                  <a:lnTo>
                    <a:pt x="1080046" y="1035507"/>
                  </a:lnTo>
                  <a:lnTo>
                    <a:pt x="1092441" y="1072845"/>
                  </a:lnTo>
                  <a:lnTo>
                    <a:pt x="1113091" y="1107833"/>
                  </a:lnTo>
                  <a:lnTo>
                    <a:pt x="1142098" y="1135951"/>
                  </a:lnTo>
                  <a:lnTo>
                    <a:pt x="1190421" y="1158811"/>
                  </a:lnTo>
                  <a:lnTo>
                    <a:pt x="1246873" y="1169479"/>
                  </a:lnTo>
                  <a:lnTo>
                    <a:pt x="1306664" y="1170533"/>
                  </a:lnTo>
                  <a:lnTo>
                    <a:pt x="1364970" y="1164513"/>
                  </a:lnTo>
                  <a:lnTo>
                    <a:pt x="1416977" y="1154010"/>
                  </a:lnTo>
                  <a:lnTo>
                    <a:pt x="1457871" y="1141564"/>
                  </a:lnTo>
                  <a:lnTo>
                    <a:pt x="1565478" y="920457"/>
                  </a:lnTo>
                  <a:lnTo>
                    <a:pt x="1506397" y="945121"/>
                  </a:lnTo>
                  <a:lnTo>
                    <a:pt x="1482013" y="954239"/>
                  </a:lnTo>
                  <a:lnTo>
                    <a:pt x="1459014" y="960653"/>
                  </a:lnTo>
                  <a:lnTo>
                    <a:pt x="1410601" y="967397"/>
                  </a:lnTo>
                  <a:lnTo>
                    <a:pt x="1371752" y="965593"/>
                  </a:lnTo>
                  <a:lnTo>
                    <a:pt x="1342237" y="956627"/>
                  </a:lnTo>
                  <a:lnTo>
                    <a:pt x="1321803" y="941920"/>
                  </a:lnTo>
                  <a:lnTo>
                    <a:pt x="1303858" y="908380"/>
                  </a:lnTo>
                  <a:lnTo>
                    <a:pt x="1302283" y="867232"/>
                  </a:lnTo>
                  <a:lnTo>
                    <a:pt x="1318183" y="824420"/>
                  </a:lnTo>
                  <a:lnTo>
                    <a:pt x="1352613" y="785926"/>
                  </a:lnTo>
                  <a:lnTo>
                    <a:pt x="1397914" y="756932"/>
                  </a:lnTo>
                  <a:lnTo>
                    <a:pt x="1445768" y="737920"/>
                  </a:lnTo>
                  <a:lnTo>
                    <a:pt x="1493901" y="729729"/>
                  </a:lnTo>
                  <a:lnTo>
                    <a:pt x="1540002" y="733221"/>
                  </a:lnTo>
                  <a:lnTo>
                    <a:pt x="1581785" y="749223"/>
                  </a:lnTo>
                  <a:lnTo>
                    <a:pt x="1616964" y="778586"/>
                  </a:lnTo>
                  <a:lnTo>
                    <a:pt x="1703844" y="559676"/>
                  </a:lnTo>
                  <a:close/>
                </a:path>
                <a:path extrusionOk="0" h="1956435" w="3237229">
                  <a:moveTo>
                    <a:pt x="2439822" y="543941"/>
                  </a:moveTo>
                  <a:lnTo>
                    <a:pt x="1844890" y="543826"/>
                  </a:lnTo>
                  <a:lnTo>
                    <a:pt x="1604518" y="1164196"/>
                  </a:lnTo>
                  <a:lnTo>
                    <a:pt x="1811401" y="1164310"/>
                  </a:lnTo>
                  <a:lnTo>
                    <a:pt x="1983854" y="711225"/>
                  </a:lnTo>
                  <a:lnTo>
                    <a:pt x="2171649" y="711225"/>
                  </a:lnTo>
                  <a:lnTo>
                    <a:pt x="1995157" y="1164831"/>
                  </a:lnTo>
                  <a:lnTo>
                    <a:pt x="2199970" y="1164272"/>
                  </a:lnTo>
                  <a:lnTo>
                    <a:pt x="2439822" y="543941"/>
                  </a:lnTo>
                  <a:close/>
                </a:path>
                <a:path extrusionOk="0" h="1956435" w="3237229">
                  <a:moveTo>
                    <a:pt x="3163100" y="1194917"/>
                  </a:moveTo>
                  <a:lnTo>
                    <a:pt x="1005497" y="1193025"/>
                  </a:lnTo>
                  <a:lnTo>
                    <a:pt x="1075004" y="1060424"/>
                  </a:lnTo>
                  <a:lnTo>
                    <a:pt x="775411" y="1059713"/>
                  </a:lnTo>
                  <a:lnTo>
                    <a:pt x="1234567" y="0"/>
                  </a:lnTo>
                  <a:lnTo>
                    <a:pt x="400723" y="1060424"/>
                  </a:lnTo>
                  <a:lnTo>
                    <a:pt x="0" y="1369123"/>
                  </a:lnTo>
                  <a:lnTo>
                    <a:pt x="290423" y="1369161"/>
                  </a:lnTo>
                  <a:lnTo>
                    <a:pt x="445338" y="1956155"/>
                  </a:lnTo>
                  <a:lnTo>
                    <a:pt x="684288" y="1369123"/>
                  </a:lnTo>
                  <a:lnTo>
                    <a:pt x="913193" y="1369123"/>
                  </a:lnTo>
                  <a:lnTo>
                    <a:pt x="3078061" y="1369796"/>
                  </a:lnTo>
                  <a:lnTo>
                    <a:pt x="3078061" y="1330045"/>
                  </a:lnTo>
                  <a:lnTo>
                    <a:pt x="933704" y="1329994"/>
                  </a:lnTo>
                  <a:lnTo>
                    <a:pt x="980313" y="1241069"/>
                  </a:lnTo>
                  <a:lnTo>
                    <a:pt x="3163100" y="1238669"/>
                  </a:lnTo>
                  <a:lnTo>
                    <a:pt x="3163100" y="1194917"/>
                  </a:lnTo>
                  <a:close/>
                </a:path>
                <a:path extrusionOk="0" h="1956435" w="3237229">
                  <a:moveTo>
                    <a:pt x="3236760" y="543826"/>
                  </a:moveTo>
                  <a:lnTo>
                    <a:pt x="2983877" y="544093"/>
                  </a:lnTo>
                  <a:lnTo>
                    <a:pt x="2690152" y="793305"/>
                  </a:lnTo>
                  <a:lnTo>
                    <a:pt x="2784818" y="544207"/>
                  </a:lnTo>
                  <a:lnTo>
                    <a:pt x="2586037" y="544131"/>
                  </a:lnTo>
                  <a:lnTo>
                    <a:pt x="2340165" y="1164043"/>
                  </a:lnTo>
                  <a:lnTo>
                    <a:pt x="2546362" y="1164234"/>
                  </a:lnTo>
                  <a:lnTo>
                    <a:pt x="2646705" y="910043"/>
                  </a:lnTo>
                  <a:lnTo>
                    <a:pt x="2752306" y="1165136"/>
                  </a:lnTo>
                  <a:lnTo>
                    <a:pt x="3004667" y="1165136"/>
                  </a:lnTo>
                  <a:lnTo>
                    <a:pt x="2891967" y="846607"/>
                  </a:lnTo>
                  <a:lnTo>
                    <a:pt x="3236760" y="5438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71" name="Google Shape;171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05318" y="2502782"/>
              <a:ext cx="104300" cy="1244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32585" y="2537583"/>
              <a:ext cx="89201" cy="122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46923" y="2536119"/>
              <a:ext cx="84594" cy="1223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662091" y="2537583"/>
              <a:ext cx="162256" cy="1226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44054" y="2537583"/>
              <a:ext cx="78447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52878" y="2537286"/>
              <a:ext cx="72678" cy="87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942399" y="2536123"/>
              <a:ext cx="81819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3150282" y="2537583"/>
              <a:ext cx="79840" cy="872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266464" y="2502476"/>
              <a:ext cx="79830" cy="12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308430" y="2755660"/>
              <a:ext cx="77023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18519" y="2753896"/>
              <a:ext cx="199511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654109" y="2755660"/>
              <a:ext cx="79798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760503" y="2755660"/>
              <a:ext cx="78489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859264" y="2753897"/>
              <a:ext cx="190240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190189" y="2755660"/>
              <a:ext cx="79830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075507" y="2755660"/>
              <a:ext cx="78824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304231" y="2755660"/>
              <a:ext cx="76981" cy="87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3410592" y="2753897"/>
              <a:ext cx="80950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3626942" y="2755059"/>
              <a:ext cx="72678" cy="878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516387" y="2753896"/>
              <a:ext cx="81819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724241" y="2755660"/>
              <a:ext cx="79830" cy="87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3840482" y="2720220"/>
              <a:ext cx="79840" cy="122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308430" y="2973108"/>
              <a:ext cx="72678" cy="87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2401144" y="2971945"/>
              <a:ext cx="199613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2627361" y="2973703"/>
              <a:ext cx="92950" cy="887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2747844" y="2971943"/>
              <a:ext cx="80960" cy="911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848475" y="2973103"/>
              <a:ext cx="238795" cy="110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7"/>
            <p:cNvSpPr/>
            <p:nvPr/>
          </p:nvSpPr>
          <p:spPr>
            <a:xfrm>
              <a:off x="3288423" y="0"/>
              <a:ext cx="16771619" cy="11308715"/>
            </a:xfrm>
            <a:custGeom>
              <a:rect b="b" l="l" r="r" t="t"/>
              <a:pathLst>
                <a:path extrusionOk="0" h="11308715" w="16771619">
                  <a:moveTo>
                    <a:pt x="14900885" y="0"/>
                  </a:moveTo>
                  <a:lnTo>
                    <a:pt x="11348395" y="0"/>
                  </a:lnTo>
                  <a:lnTo>
                    <a:pt x="6251787" y="6481553"/>
                  </a:lnTo>
                  <a:lnTo>
                    <a:pt x="0" y="11297794"/>
                  </a:lnTo>
                  <a:lnTo>
                    <a:pt x="4531012" y="11298370"/>
                  </a:lnTo>
                  <a:lnTo>
                    <a:pt x="4533701" y="11308556"/>
                  </a:lnTo>
                  <a:lnTo>
                    <a:pt x="10671440" y="11308556"/>
                  </a:lnTo>
                  <a:lnTo>
                    <a:pt x="10675820" y="11297794"/>
                  </a:lnTo>
                  <a:lnTo>
                    <a:pt x="14247083" y="11297794"/>
                  </a:lnTo>
                  <a:lnTo>
                    <a:pt x="16771540" y="6481553"/>
                  </a:lnTo>
                  <a:lnTo>
                    <a:pt x="12097316" y="6470464"/>
                  </a:lnTo>
                  <a:lnTo>
                    <a:pt x="14900885" y="0"/>
                  </a:lnTo>
                  <a:close/>
                </a:path>
              </a:pathLst>
            </a:custGeom>
            <a:solidFill>
              <a:srgbClr val="004D9D">
                <a:alpha val="25882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9" name="Google Shape;199;p7"/>
          <p:cNvSpPr txBox="1"/>
          <p:nvPr/>
        </p:nvSpPr>
        <p:spPr>
          <a:xfrm>
            <a:off x="1409709" y="4551541"/>
            <a:ext cx="9571355" cy="3289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СПАСИБО</a:t>
            </a:r>
            <a:endParaRPr sz="10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rPr b="1" lang="en-US" sz="10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 sz="10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6902149" y="9225229"/>
            <a:ext cx="17856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158115" lvl="0" marL="170180" marR="5080" rtl="0" algn="l">
              <a:lnSpc>
                <a:spcPct val="13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СУРГУТ 202</a:t>
            </a:r>
            <a:r>
              <a:rPr b="1" lang="en-US" sz="3200">
                <a:solidFill>
                  <a:srgbClr val="FFFFFF"/>
                </a:solidFill>
              </a:rPr>
              <a:t>6</a:t>
            </a: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Г.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1612478" y="9504676"/>
            <a:ext cx="4241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17145" lvl="0" marL="29209" marR="5080" rtl="0" algn="l">
              <a:lnSpc>
                <a:spcPct val="134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</a:rPr>
              <a:t>Low-Level Mastery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2025-12-31T08:04:18Z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Creator">
    <vt:lpwstr>Adobe Illustrator 29.8 (Windows)</vt:lpwstr>
  </property>
  <property fmtid="{D5CDD505-2E9C-101B-9397-08002B2CF9AE}" pid="4" name="LastSaved">
    <vt:filetime>2025-12-31T00:00:00Z</vt:filetime>
  </property>
  <property fmtid="{D5CDD505-2E9C-101B-9397-08002B2CF9AE}" pid="5" name="Producer">
    <vt:lpwstr>Adobe PDF library 17.00</vt:lpwstr>
  </property>
</Properties>
</file>